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68" orient="horz"/>
        <p:guide pos="408"/>
        <p:guide pos="3912" orient="horz"/>
        <p:guide pos="7272"/>
        <p:guide pos="1656"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0" name="Google Shape;22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3" name="Google Shape;313;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29" name="Shape 29"/>
        <p:cNvGrpSpPr/>
        <p:nvPr/>
      </p:nvGrpSpPr>
      <p:grpSpPr>
        <a:xfrm>
          <a:off x="0" y="0"/>
          <a:ext cx="0" cy="0"/>
          <a:chOff x="0" y="0"/>
          <a:chExt cx="0" cy="0"/>
        </a:xfrm>
      </p:grpSpPr>
      <p:sp>
        <p:nvSpPr>
          <p:cNvPr id="30" name="Google Shape;30;p2"/>
          <p:cNvSpPr txBox="1"/>
          <p:nvPr>
            <p:ph idx="1" type="body"/>
          </p:nvPr>
        </p:nvSpPr>
        <p:spPr>
          <a:xfrm>
            <a:off x="6312871" y="4141999"/>
            <a:ext cx="4220845" cy="861497"/>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228600" lvl="1" marL="914400" algn="l">
              <a:spcBef>
                <a:spcPts val="1000"/>
              </a:spcBef>
              <a:spcAft>
                <a:spcPts val="0"/>
              </a:spcAft>
              <a:buSzPts val="1600"/>
              <a:buNone/>
              <a:defRPr sz="2000"/>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1" name="Google Shape;31;p2"/>
          <p:cNvSpPr/>
          <p:nvPr/>
        </p:nvSpPr>
        <p:spPr>
          <a:xfrm>
            <a:off x="740309" y="1382809"/>
            <a:ext cx="1229566" cy="1059971"/>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2" name="Google Shape;32;p2"/>
          <p:cNvSpPr/>
          <p:nvPr/>
        </p:nvSpPr>
        <p:spPr>
          <a:xfrm>
            <a:off x="3755031" y="1194620"/>
            <a:ext cx="1666162" cy="1436347"/>
          </a:xfrm>
          <a:prstGeom prst="hexagon">
            <a:avLst>
              <a:gd fmla="val 25000" name="adj"/>
              <a:gd fmla="val 115470" name="vf"/>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3" name="Google Shape;33;p2"/>
          <p:cNvSpPr/>
          <p:nvPr/>
        </p:nvSpPr>
        <p:spPr>
          <a:xfrm>
            <a:off x="3804994" y="5233183"/>
            <a:ext cx="718261" cy="619191"/>
          </a:xfrm>
          <a:prstGeom prst="hexagon">
            <a:avLst>
              <a:gd fmla="val 25000" name="adj"/>
              <a:gd fmla="val 115470" name="vf"/>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4" name="Google Shape;34;p2"/>
          <p:cNvSpPr/>
          <p:nvPr/>
        </p:nvSpPr>
        <p:spPr>
          <a:xfrm>
            <a:off x="1837838" y="1101306"/>
            <a:ext cx="651613" cy="561736"/>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5" name="Google Shape;35;p2"/>
          <p:cNvSpPr/>
          <p:nvPr>
            <p:ph idx="2" type="pic"/>
          </p:nvPr>
        </p:nvSpPr>
        <p:spPr>
          <a:xfrm>
            <a:off x="1571515" y="1914044"/>
            <a:ext cx="3993624" cy="3617848"/>
          </a:xfrm>
          <a:prstGeom prst="rect">
            <a:avLst/>
          </a:prstGeom>
          <a:noFill/>
          <a:ln>
            <a:noFill/>
          </a:ln>
        </p:spPr>
      </p:sp>
      <p:sp>
        <p:nvSpPr>
          <p:cNvPr id="36" name="Google Shape;36;p2"/>
          <p:cNvSpPr txBox="1"/>
          <p:nvPr>
            <p:ph type="title"/>
          </p:nvPr>
        </p:nvSpPr>
        <p:spPr>
          <a:xfrm>
            <a:off x="6312871" y="2050552"/>
            <a:ext cx="4998720" cy="1748983"/>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7" name="Shape 37"/>
        <p:cNvGrpSpPr/>
        <p:nvPr/>
      </p:nvGrpSpPr>
      <p:grpSpPr>
        <a:xfrm>
          <a:off x="0" y="0"/>
          <a:ext cx="0" cy="0"/>
          <a:chOff x="0" y="0"/>
          <a:chExt cx="0" cy="0"/>
        </a:xfrm>
      </p:grpSpPr>
      <p:sp>
        <p:nvSpPr>
          <p:cNvPr id="38" name="Google Shape;38;p3"/>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spcBef>
                <a:spcPts val="1000"/>
              </a:spcBef>
              <a:spcAft>
                <a:spcPts val="0"/>
              </a:spcAft>
              <a:buClr>
                <a:schemeClr val="accent4"/>
              </a:buClr>
              <a:buSzPts val="1600"/>
              <a:buFont typeface="Noto Sans Symbols"/>
              <a:buChar char="▪"/>
              <a:defRPr sz="2000"/>
            </a:lvl1pPr>
            <a:lvl2pPr indent="-320040" lvl="1" marL="914400" algn="l">
              <a:spcBef>
                <a:spcPts val="1000"/>
              </a:spcBef>
              <a:spcAft>
                <a:spcPts val="0"/>
              </a:spcAft>
              <a:buClr>
                <a:schemeClr val="accent4"/>
              </a:buClr>
              <a:buSzPts val="1440"/>
              <a:buFont typeface="Noto Sans Symbols"/>
              <a:buChar char="▪"/>
              <a:defRPr sz="1800"/>
            </a:lvl2pPr>
            <a:lvl3pPr indent="-309880" lvl="2" marL="1371600" algn="l">
              <a:spcBef>
                <a:spcPts val="1000"/>
              </a:spcBef>
              <a:spcAft>
                <a:spcPts val="0"/>
              </a:spcAft>
              <a:buClr>
                <a:schemeClr val="accent4"/>
              </a:buClr>
              <a:buSzPts val="1280"/>
              <a:buFont typeface="Noto Sans Symbols"/>
              <a:buChar char="▪"/>
              <a:defRPr sz="1600"/>
            </a:lvl3pPr>
            <a:lvl4pPr indent="-309880" lvl="3" marL="1828800" algn="l">
              <a:spcBef>
                <a:spcPts val="1000"/>
              </a:spcBef>
              <a:spcAft>
                <a:spcPts val="0"/>
              </a:spcAft>
              <a:buClr>
                <a:schemeClr val="accent4"/>
              </a:buClr>
              <a:buSzPts val="1280"/>
              <a:buFont typeface="Noto Sans Symbols"/>
              <a:buChar char="▪"/>
              <a:defRPr sz="1600"/>
            </a:lvl4pPr>
            <a:lvl5pPr indent="-309880" lvl="4" marL="2286000" algn="l">
              <a:spcBef>
                <a:spcPts val="1000"/>
              </a:spcBef>
              <a:spcAft>
                <a:spcPts val="0"/>
              </a:spcAft>
              <a:buClr>
                <a:schemeClr val="accent4"/>
              </a:buClr>
              <a:buSzPts val="1280"/>
              <a:buFont typeface="Noto Sans Symbols"/>
              <a:buChar char="▪"/>
              <a:defRPr sz="16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9" name="Google Shape;39;p3"/>
          <p:cNvSpPr/>
          <p:nvPr/>
        </p:nvSpPr>
        <p:spPr>
          <a:xfrm>
            <a:off x="9354457" y="5363987"/>
            <a:ext cx="457200" cy="4572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0" name="Google Shape;40;p3"/>
          <p:cNvSpPr/>
          <p:nvPr/>
        </p:nvSpPr>
        <p:spPr>
          <a:xfrm>
            <a:off x="6692791" y="1699889"/>
            <a:ext cx="319749" cy="31974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1" name="Google Shape;41;p3"/>
          <p:cNvSpPr/>
          <p:nvPr/>
        </p:nvSpPr>
        <p:spPr>
          <a:xfrm>
            <a:off x="9354457" y="5897738"/>
            <a:ext cx="179977" cy="17997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2" name="Google Shape;42;p3"/>
          <p:cNvSpPr/>
          <p:nvPr>
            <p:ph idx="2" type="pic"/>
          </p:nvPr>
        </p:nvSpPr>
        <p:spPr>
          <a:xfrm>
            <a:off x="7090227" y="786181"/>
            <a:ext cx="4441372" cy="5393036"/>
          </a:xfrm>
          <a:prstGeom prst="rect">
            <a:avLst/>
          </a:prstGeom>
          <a:noFill/>
          <a:ln>
            <a:noFill/>
          </a:ln>
        </p:spPr>
      </p:sp>
      <p:sp>
        <p:nvSpPr>
          <p:cNvPr id="43" name="Google Shape;43;p3"/>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44" name="Shape 44"/>
        <p:cNvGrpSpPr/>
        <p:nvPr/>
      </p:nvGrpSpPr>
      <p:grpSpPr>
        <a:xfrm>
          <a:off x="0" y="0"/>
          <a:ext cx="0" cy="0"/>
          <a:chOff x="0" y="0"/>
          <a:chExt cx="0" cy="0"/>
        </a:xfrm>
      </p:grpSpPr>
      <p:sp>
        <p:nvSpPr>
          <p:cNvPr id="45" name="Google Shape;45;p4"/>
          <p:cNvSpPr/>
          <p:nvPr/>
        </p:nvSpPr>
        <p:spPr>
          <a:xfrm>
            <a:off x="7362825" y="443263"/>
            <a:ext cx="361950" cy="361950"/>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6" name="Google Shape;46;p4"/>
          <p:cNvSpPr/>
          <p:nvPr/>
        </p:nvSpPr>
        <p:spPr>
          <a:xfrm>
            <a:off x="11007246" y="5605994"/>
            <a:ext cx="654227" cy="6542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7" name="Google Shape;47;p4"/>
          <p:cNvSpPr/>
          <p:nvPr/>
        </p:nvSpPr>
        <p:spPr>
          <a:xfrm>
            <a:off x="10683791" y="6132439"/>
            <a:ext cx="251152" cy="251152"/>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8" name="Google Shape;48;p4"/>
          <p:cNvSpPr/>
          <p:nvPr>
            <p:ph idx="2" type="pic"/>
          </p:nvPr>
        </p:nvSpPr>
        <p:spPr>
          <a:xfrm>
            <a:off x="5733416" y="624239"/>
            <a:ext cx="5855754" cy="5631571"/>
          </a:xfrm>
          <a:prstGeom prst="rect">
            <a:avLst/>
          </a:prstGeom>
          <a:noFill/>
          <a:ln>
            <a:noFill/>
          </a:ln>
        </p:spPr>
      </p:sp>
      <p:sp>
        <p:nvSpPr>
          <p:cNvPr id="49" name="Google Shape;49;p4"/>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lnSpc>
                <a:spcPct val="150000"/>
              </a:lnSpc>
              <a:spcBef>
                <a:spcPts val="1000"/>
              </a:spcBef>
              <a:spcAft>
                <a:spcPts val="0"/>
              </a:spcAft>
              <a:buClr>
                <a:schemeClr val="accent4"/>
              </a:buClr>
              <a:buSzPts val="1600"/>
              <a:buFont typeface="Noto Sans Symbols"/>
              <a:buChar char="▪"/>
              <a:defRPr sz="2000"/>
            </a:lvl1pPr>
            <a:lvl2pPr indent="-330200" lvl="1" marL="914400" algn="l">
              <a:spcBef>
                <a:spcPts val="1000"/>
              </a:spcBef>
              <a:spcAft>
                <a:spcPts val="0"/>
              </a:spcAft>
              <a:buClr>
                <a:schemeClr val="accent4"/>
              </a:buClr>
              <a:buSzPts val="1600"/>
              <a:buFont typeface="Noto Sans Symbols"/>
              <a:buChar char="▪"/>
              <a:defRPr sz="2000"/>
            </a:lvl2pPr>
            <a:lvl3pPr indent="-320040" lvl="2" marL="1371600" algn="l">
              <a:spcBef>
                <a:spcPts val="1000"/>
              </a:spcBef>
              <a:spcAft>
                <a:spcPts val="0"/>
              </a:spcAft>
              <a:buClr>
                <a:schemeClr val="accent4"/>
              </a:buClr>
              <a:buSzPts val="1440"/>
              <a:buFont typeface="Noto Sans Symbols"/>
              <a:buChar char="▪"/>
              <a:defRPr sz="1800"/>
            </a:lvl3pPr>
            <a:lvl4pPr indent="-320040" lvl="3" marL="1828800" algn="l">
              <a:spcBef>
                <a:spcPts val="1000"/>
              </a:spcBef>
              <a:spcAft>
                <a:spcPts val="0"/>
              </a:spcAft>
              <a:buClr>
                <a:schemeClr val="accent4"/>
              </a:buClr>
              <a:buSzPts val="1440"/>
              <a:buFont typeface="Noto Sans Symbols"/>
              <a:buChar char="▪"/>
              <a:defRPr sz="1800"/>
            </a:lvl4pPr>
            <a:lvl5pPr indent="-320040" lvl="4" marL="2286000" algn="l">
              <a:spcBef>
                <a:spcPts val="1000"/>
              </a:spcBef>
              <a:spcAft>
                <a:spcPts val="0"/>
              </a:spcAft>
              <a:buClr>
                <a:schemeClr val="accent4"/>
              </a:buClr>
              <a:buSzPts val="1440"/>
              <a:buFont typeface="Noto Sans Symbols"/>
              <a:buChar char="▪"/>
              <a:defRPr sz="18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0" name="Google Shape;50;p4"/>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51" name="Shape 51"/>
        <p:cNvGrpSpPr/>
        <p:nvPr/>
      </p:nvGrpSpPr>
      <p:grpSpPr>
        <a:xfrm>
          <a:off x="0" y="0"/>
          <a:ext cx="0" cy="0"/>
          <a:chOff x="0" y="0"/>
          <a:chExt cx="0" cy="0"/>
        </a:xfrm>
      </p:grpSpPr>
      <p:sp>
        <p:nvSpPr>
          <p:cNvPr id="52" name="Google Shape;52;p5"/>
          <p:cNvSpPr/>
          <p:nvPr>
            <p:ph idx="2" type="pic"/>
          </p:nvPr>
        </p:nvSpPr>
        <p:spPr>
          <a:xfrm>
            <a:off x="5353508" y="2555551"/>
            <a:ext cx="1484985" cy="1280160"/>
          </a:xfrm>
          <a:prstGeom prst="rect">
            <a:avLst/>
          </a:prstGeom>
          <a:noFill/>
          <a:ln>
            <a:noFill/>
          </a:ln>
        </p:spPr>
      </p:sp>
      <p:sp>
        <p:nvSpPr>
          <p:cNvPr id="53" name="Google Shape;53;p5"/>
          <p:cNvSpPr/>
          <p:nvPr>
            <p:ph idx="3" type="pic"/>
          </p:nvPr>
        </p:nvSpPr>
        <p:spPr>
          <a:xfrm>
            <a:off x="3115921" y="2555551"/>
            <a:ext cx="1484985" cy="1280160"/>
          </a:xfrm>
          <a:prstGeom prst="rect">
            <a:avLst/>
          </a:prstGeom>
          <a:noFill/>
          <a:ln>
            <a:noFill/>
          </a:ln>
        </p:spPr>
      </p:sp>
      <p:sp>
        <p:nvSpPr>
          <p:cNvPr id="54" name="Google Shape;54;p5"/>
          <p:cNvSpPr/>
          <p:nvPr>
            <p:ph idx="4" type="pic"/>
          </p:nvPr>
        </p:nvSpPr>
        <p:spPr>
          <a:xfrm>
            <a:off x="7602465" y="2555551"/>
            <a:ext cx="1484985" cy="1280160"/>
          </a:xfrm>
          <a:prstGeom prst="rect">
            <a:avLst/>
          </a:prstGeom>
          <a:noFill/>
          <a:ln>
            <a:noFill/>
          </a:ln>
        </p:spPr>
      </p:sp>
      <p:sp>
        <p:nvSpPr>
          <p:cNvPr id="55" name="Google Shape;55;p5"/>
          <p:cNvSpPr/>
          <p:nvPr>
            <p:ph idx="5" type="pic"/>
          </p:nvPr>
        </p:nvSpPr>
        <p:spPr>
          <a:xfrm>
            <a:off x="9840051" y="2555551"/>
            <a:ext cx="1484985" cy="1280160"/>
          </a:xfrm>
          <a:prstGeom prst="rect">
            <a:avLst/>
          </a:prstGeom>
          <a:noFill/>
          <a:ln>
            <a:noFill/>
          </a:ln>
        </p:spPr>
      </p:sp>
      <p:sp>
        <p:nvSpPr>
          <p:cNvPr id="56" name="Google Shape;56;p5"/>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
          <p:cNvSpPr/>
          <p:nvPr/>
        </p:nvSpPr>
        <p:spPr>
          <a:xfrm>
            <a:off x="546669" y="3467555"/>
            <a:ext cx="458268" cy="395059"/>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8" name="Google Shape;58;p5"/>
          <p:cNvSpPr/>
          <p:nvPr/>
        </p:nvSpPr>
        <p:spPr>
          <a:xfrm>
            <a:off x="11113337" y="2394722"/>
            <a:ext cx="358391" cy="308958"/>
          </a:xfrm>
          <a:prstGeom prst="hexagon">
            <a:avLst>
              <a:gd fmla="val 25000" name="adj"/>
              <a:gd fmla="val 115470" name="vf"/>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9" name="Google Shape;59;p5"/>
          <p:cNvSpPr/>
          <p:nvPr/>
        </p:nvSpPr>
        <p:spPr>
          <a:xfrm>
            <a:off x="10882649" y="2202202"/>
            <a:ext cx="230688" cy="198869"/>
          </a:xfrm>
          <a:prstGeom prst="hexagon">
            <a:avLst>
              <a:gd fmla="val 25000" name="adj"/>
              <a:gd fmla="val 115470" name="vf"/>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60" name="Google Shape;60;p5"/>
          <p:cNvSpPr txBox="1"/>
          <p:nvPr>
            <p:ph idx="1" type="body"/>
          </p:nvPr>
        </p:nvSpPr>
        <p:spPr>
          <a:xfrm>
            <a:off x="546668"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1" name="Google Shape;61;p5"/>
          <p:cNvSpPr txBox="1"/>
          <p:nvPr>
            <p:ph idx="6" type="body"/>
          </p:nvPr>
        </p:nvSpPr>
        <p:spPr>
          <a:xfrm>
            <a:off x="556692"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2" name="Google Shape;62;p5"/>
          <p:cNvSpPr txBox="1"/>
          <p:nvPr>
            <p:ph idx="7" type="body"/>
          </p:nvPr>
        </p:nvSpPr>
        <p:spPr>
          <a:xfrm>
            <a:off x="2789482"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3" name="Google Shape;63;p5"/>
          <p:cNvSpPr txBox="1"/>
          <p:nvPr>
            <p:ph idx="8" type="body"/>
          </p:nvPr>
        </p:nvSpPr>
        <p:spPr>
          <a:xfrm>
            <a:off x="278948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5"/>
          <p:cNvSpPr txBox="1"/>
          <p:nvPr>
            <p:ph idx="9" type="body"/>
          </p:nvPr>
        </p:nvSpPr>
        <p:spPr>
          <a:xfrm>
            <a:off x="5032296"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5" name="Google Shape;65;p5"/>
          <p:cNvSpPr txBox="1"/>
          <p:nvPr>
            <p:ph idx="13" type="body"/>
          </p:nvPr>
        </p:nvSpPr>
        <p:spPr>
          <a:xfrm>
            <a:off x="502920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5"/>
          <p:cNvSpPr txBox="1"/>
          <p:nvPr>
            <p:ph idx="14" type="body"/>
          </p:nvPr>
        </p:nvSpPr>
        <p:spPr>
          <a:xfrm>
            <a:off x="7275110"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7" name="Google Shape;67;p5"/>
          <p:cNvSpPr txBox="1"/>
          <p:nvPr>
            <p:ph idx="15" type="body"/>
          </p:nvPr>
        </p:nvSpPr>
        <p:spPr>
          <a:xfrm>
            <a:off x="727511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5"/>
          <p:cNvSpPr txBox="1"/>
          <p:nvPr>
            <p:ph idx="16" type="body"/>
          </p:nvPr>
        </p:nvSpPr>
        <p:spPr>
          <a:xfrm>
            <a:off x="9517923"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9" name="Google Shape;69;p5"/>
          <p:cNvSpPr txBox="1"/>
          <p:nvPr>
            <p:ph idx="17" type="body"/>
          </p:nvPr>
        </p:nvSpPr>
        <p:spPr>
          <a:xfrm>
            <a:off x="951792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0" name="Google Shape;70;p5"/>
          <p:cNvSpPr/>
          <p:nvPr>
            <p:ph idx="18" type="pic"/>
          </p:nvPr>
        </p:nvSpPr>
        <p:spPr>
          <a:xfrm>
            <a:off x="878337" y="2555551"/>
            <a:ext cx="1484985" cy="1280160"/>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71" name="Shape 71"/>
        <p:cNvGrpSpPr/>
        <p:nvPr/>
      </p:nvGrpSpPr>
      <p:grpSpPr>
        <a:xfrm>
          <a:off x="0" y="0"/>
          <a:ext cx="0" cy="0"/>
          <a:chOff x="0" y="0"/>
          <a:chExt cx="0" cy="0"/>
        </a:xfrm>
      </p:grpSpPr>
      <p:grpSp>
        <p:nvGrpSpPr>
          <p:cNvPr id="72" name="Google Shape;72;p6"/>
          <p:cNvGrpSpPr/>
          <p:nvPr/>
        </p:nvGrpSpPr>
        <p:grpSpPr>
          <a:xfrm>
            <a:off x="0" y="-8467"/>
            <a:ext cx="12192000" cy="6866467"/>
            <a:chOff x="0" y="-8467"/>
            <a:chExt cx="12192000" cy="6866467"/>
          </a:xfrm>
        </p:grpSpPr>
        <p:sp>
          <p:nvSpPr>
            <p:cNvPr id="73" name="Google Shape;73;p6"/>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74" name="Google Shape;74;p6"/>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75" name="Google Shape;75;p6"/>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76" name="Google Shape;76;p6"/>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77" name="Google Shape;77;p6"/>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78" name="Google Shape;78;p6"/>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80" name="Google Shape;80;p6"/>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81" name="Google Shape;81;p6"/>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82" name="Google Shape;82;p6"/>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6"/>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6"/>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85" name="Google Shape;85;p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8" name="Shape 88"/>
        <p:cNvGrpSpPr/>
        <p:nvPr/>
      </p:nvGrpSpPr>
      <p:grpSpPr>
        <a:xfrm>
          <a:off x="0" y="0"/>
          <a:ext cx="0" cy="0"/>
          <a:chOff x="0" y="0"/>
          <a:chExt cx="0" cy="0"/>
        </a:xfrm>
      </p:grpSpPr>
      <p:sp>
        <p:nvSpPr>
          <p:cNvPr id="89" name="Google Shape;89;p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7"/>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1" name="Google Shape;91;p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8"/>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8"/>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0" name="Shape 100"/>
        <p:cNvGrpSpPr/>
        <p:nvPr/>
      </p:nvGrpSpPr>
      <p:grpSpPr>
        <a:xfrm>
          <a:off x="0" y="0"/>
          <a:ext cx="0" cy="0"/>
          <a:chOff x="0" y="0"/>
          <a:chExt cx="0" cy="0"/>
        </a:xfrm>
      </p:grpSpPr>
      <p:sp>
        <p:nvSpPr>
          <p:cNvPr id="101" name="Google Shape;101;p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9"/>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9"/>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4" name="Google Shape;104;p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7" name="Shape 107"/>
        <p:cNvGrpSpPr/>
        <p:nvPr/>
      </p:nvGrpSpPr>
      <p:grpSpPr>
        <a:xfrm>
          <a:off x="0" y="0"/>
          <a:ext cx="0" cy="0"/>
          <a:chOff x="0" y="0"/>
          <a:chExt cx="0" cy="0"/>
        </a:xfrm>
      </p:grpSpPr>
      <p:sp>
        <p:nvSpPr>
          <p:cNvPr id="108" name="Google Shape;108;p1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0"/>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0" name="Google Shape;110;p10"/>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1" name="Google Shape;111;p10"/>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2" name="Google Shape;112;p10"/>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3" name="Google Shape;113;p1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6" name="Shape 116"/>
        <p:cNvGrpSpPr/>
        <p:nvPr/>
      </p:nvGrpSpPr>
      <p:grpSpPr>
        <a:xfrm>
          <a:off x="0" y="0"/>
          <a:ext cx="0" cy="0"/>
          <a:chOff x="0" y="0"/>
          <a:chExt cx="0" cy="0"/>
        </a:xfrm>
      </p:grpSpPr>
      <p:sp>
        <p:nvSpPr>
          <p:cNvPr id="117" name="Google Shape;117;p1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p1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5" name="Shape 125"/>
        <p:cNvGrpSpPr/>
        <p:nvPr/>
      </p:nvGrpSpPr>
      <p:grpSpPr>
        <a:xfrm>
          <a:off x="0" y="0"/>
          <a:ext cx="0" cy="0"/>
          <a:chOff x="0" y="0"/>
          <a:chExt cx="0" cy="0"/>
        </a:xfrm>
      </p:grpSpPr>
      <p:sp>
        <p:nvSpPr>
          <p:cNvPr id="126" name="Google Shape;126;p13"/>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3"/>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8" name="Google Shape;128;p13"/>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129" name="Google Shape;129;p1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14"/>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4"/>
          <p:cNvSpPr/>
          <p:nvPr>
            <p:ph idx="2" type="pic"/>
          </p:nvPr>
        </p:nvSpPr>
        <p:spPr>
          <a:xfrm>
            <a:off x="677334" y="609600"/>
            <a:ext cx="8596668" cy="3845718"/>
          </a:xfrm>
          <a:prstGeom prst="rect">
            <a:avLst/>
          </a:prstGeom>
          <a:noFill/>
          <a:ln>
            <a:noFill/>
          </a:ln>
        </p:spPr>
      </p:sp>
      <p:sp>
        <p:nvSpPr>
          <p:cNvPr id="135" name="Google Shape;135;p14"/>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36" name="Google Shape;136;p1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1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39" name="Shape 139"/>
        <p:cNvGrpSpPr/>
        <p:nvPr/>
      </p:nvGrpSpPr>
      <p:grpSpPr>
        <a:xfrm>
          <a:off x="0" y="0"/>
          <a:ext cx="0" cy="0"/>
          <a:chOff x="0" y="0"/>
          <a:chExt cx="0" cy="0"/>
        </a:xfrm>
      </p:grpSpPr>
      <p:sp>
        <p:nvSpPr>
          <p:cNvPr id="140" name="Google Shape;140;p15"/>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15"/>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2" name="Google Shape;142;p1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1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1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45" name="Shape 145"/>
        <p:cNvGrpSpPr/>
        <p:nvPr/>
      </p:nvGrpSpPr>
      <p:grpSpPr>
        <a:xfrm>
          <a:off x="0" y="0"/>
          <a:ext cx="0" cy="0"/>
          <a:chOff x="0" y="0"/>
          <a:chExt cx="0" cy="0"/>
        </a:xfrm>
      </p:grpSpPr>
      <p:sp>
        <p:nvSpPr>
          <p:cNvPr id="146" name="Google Shape;146;p16"/>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16"/>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8" name="Google Shape;148;p16"/>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9" name="Google Shape;149;p1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1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1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2" name="Google Shape;152;p16"/>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53" name="Google Shape;153;p16"/>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54" name="Shape 154"/>
        <p:cNvGrpSpPr/>
        <p:nvPr/>
      </p:nvGrpSpPr>
      <p:grpSpPr>
        <a:xfrm>
          <a:off x="0" y="0"/>
          <a:ext cx="0" cy="0"/>
          <a:chOff x="0" y="0"/>
          <a:chExt cx="0" cy="0"/>
        </a:xfrm>
      </p:grpSpPr>
      <p:sp>
        <p:nvSpPr>
          <p:cNvPr id="155" name="Google Shape;155;p17"/>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17"/>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57" name="Google Shape;157;p1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1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1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60" name="Shape 160"/>
        <p:cNvGrpSpPr/>
        <p:nvPr/>
      </p:nvGrpSpPr>
      <p:grpSpPr>
        <a:xfrm>
          <a:off x="0" y="0"/>
          <a:ext cx="0" cy="0"/>
          <a:chOff x="0" y="0"/>
          <a:chExt cx="0" cy="0"/>
        </a:xfrm>
      </p:grpSpPr>
      <p:sp>
        <p:nvSpPr>
          <p:cNvPr id="161" name="Google Shape;161;p18"/>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18"/>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63" name="Google Shape;163;p18"/>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64" name="Google Shape;164;p1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1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1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p18"/>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68" name="Google Shape;168;p18"/>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69" name="Shape 169"/>
        <p:cNvGrpSpPr/>
        <p:nvPr/>
      </p:nvGrpSpPr>
      <p:grpSpPr>
        <a:xfrm>
          <a:off x="0" y="0"/>
          <a:ext cx="0" cy="0"/>
          <a:chOff x="0" y="0"/>
          <a:chExt cx="0" cy="0"/>
        </a:xfrm>
      </p:grpSpPr>
      <p:sp>
        <p:nvSpPr>
          <p:cNvPr id="170" name="Google Shape;170;p19"/>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19"/>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2" name="Google Shape;172;p19"/>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73" name="Google Shape;173;p1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1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1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6" name="Shape 176"/>
        <p:cNvGrpSpPr/>
        <p:nvPr/>
      </p:nvGrpSpPr>
      <p:grpSpPr>
        <a:xfrm>
          <a:off x="0" y="0"/>
          <a:ext cx="0" cy="0"/>
          <a:chOff x="0" y="0"/>
          <a:chExt cx="0" cy="0"/>
        </a:xfrm>
      </p:grpSpPr>
      <p:sp>
        <p:nvSpPr>
          <p:cNvPr id="177" name="Google Shape;177;p2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20"/>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9" name="Google Shape;179;p2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2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2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2" name="Shape 182"/>
        <p:cNvGrpSpPr/>
        <p:nvPr/>
      </p:nvGrpSpPr>
      <p:grpSpPr>
        <a:xfrm>
          <a:off x="0" y="0"/>
          <a:ext cx="0" cy="0"/>
          <a:chOff x="0" y="0"/>
          <a:chExt cx="0" cy="0"/>
        </a:xfrm>
      </p:grpSpPr>
      <p:sp>
        <p:nvSpPr>
          <p:cNvPr id="183" name="Google Shape;183;p21"/>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21"/>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85" name="Google Shape;185;p2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2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2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chemeClr val="dk1"/>
        </a:solidFill>
      </p:bgPr>
    </p:bg>
    <p:spTree>
      <p:nvGrpSpPr>
        <p:cNvPr id="188" name="Shape 188"/>
        <p:cNvGrpSpPr/>
        <p:nvPr/>
      </p:nvGrpSpPr>
      <p:grpSpPr>
        <a:xfrm>
          <a:off x="0" y="0"/>
          <a:ext cx="0" cy="0"/>
          <a:chOff x="0" y="0"/>
          <a:chExt cx="0" cy="0"/>
        </a:xfrm>
      </p:grpSpPr>
      <p:sp>
        <p:nvSpPr>
          <p:cNvPr id="189" name="Google Shape;189;p22"/>
          <p:cNvSpPr/>
          <p:nvPr>
            <p:ph idx="2" type="pic"/>
          </p:nvPr>
        </p:nvSpPr>
        <p:spPr>
          <a:xfrm>
            <a:off x="0" y="0"/>
            <a:ext cx="12192000" cy="6858000"/>
          </a:xfrm>
          <a:prstGeom prst="rect">
            <a:avLst/>
          </a:prstGeom>
          <a:noFill/>
          <a:ln>
            <a:noFill/>
          </a:ln>
        </p:spPr>
      </p:sp>
      <p:sp>
        <p:nvSpPr>
          <p:cNvPr descr="Tall office building looking up" id="190" name="Google Shape;190;p22"/>
          <p:cNvSpPr/>
          <p:nvPr/>
        </p:nvSpPr>
        <p:spPr>
          <a:xfrm>
            <a:off x="3718560" y="1181123"/>
            <a:ext cx="4754880" cy="4495754"/>
          </a:xfrm>
          <a:prstGeom prst="rect">
            <a:avLst/>
          </a:prstGeom>
          <a:solidFill>
            <a:schemeClr val="accent5">
              <a:alpha val="40000"/>
            </a:schemeClr>
          </a:solidFill>
          <a:ln cap="flat" cmpd="sng" w="603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91" name="Google Shape;191;p22"/>
          <p:cNvSpPr txBox="1"/>
          <p:nvPr>
            <p:ph idx="1" type="body"/>
          </p:nvPr>
        </p:nvSpPr>
        <p:spPr>
          <a:xfrm>
            <a:off x="4149139" y="4859469"/>
            <a:ext cx="3924934" cy="490538"/>
          </a:xfrm>
          <a:prstGeom prst="rect">
            <a:avLst/>
          </a:prstGeom>
          <a:noFill/>
          <a:ln>
            <a:noFill/>
          </a:ln>
        </p:spPr>
        <p:txBody>
          <a:bodyPr anchorCtr="0" anchor="t" bIns="45700" lIns="91425" spcFirstLastPara="1" rIns="91425" wrap="square" tIns="45700">
            <a:normAutofit/>
          </a:bodyPr>
          <a:lstStyle>
            <a:lvl1pPr indent="-228600" lvl="0" marL="457200" algn="r">
              <a:spcBef>
                <a:spcPts val="1000"/>
              </a:spcBef>
              <a:spcAft>
                <a:spcPts val="0"/>
              </a:spcAft>
              <a:buSzPts val="1920"/>
              <a:buNone/>
              <a:defRPr b="1" sz="2400">
                <a:solidFill>
                  <a:schemeClr val="accent4"/>
                </a:solidFill>
                <a:latin typeface="Calibri"/>
                <a:ea typeface="Calibri"/>
                <a:cs typeface="Calibri"/>
                <a:sym typeface="Calibri"/>
              </a:defRPr>
            </a:lvl1pPr>
            <a:lvl2pPr indent="-228600" lvl="1" marL="914400" algn="l">
              <a:spcBef>
                <a:spcPts val="1000"/>
              </a:spcBef>
              <a:spcAft>
                <a:spcPts val="0"/>
              </a:spcAft>
              <a:buSzPts val="1280"/>
              <a:buNone/>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92" name="Google Shape;192;p22"/>
          <p:cNvSpPr txBox="1"/>
          <p:nvPr>
            <p:ph type="title"/>
          </p:nvPr>
        </p:nvSpPr>
        <p:spPr>
          <a:xfrm>
            <a:off x="4149139" y="1529685"/>
            <a:ext cx="3924934" cy="1695637"/>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Clr>
                <a:schemeClr val="lt1"/>
              </a:buClr>
              <a:buSzPts val="4800"/>
              <a:buFont typeface="Trebuchet MS"/>
              <a:buNone/>
              <a:defRPr b="1" sz="4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0" y="-8467"/>
            <a:ext cx="12192000" cy="6866467"/>
            <a:chOff x="0" y="-8467"/>
            <a:chExt cx="12192000" cy="6866467"/>
          </a:xfrm>
        </p:grpSpPr>
        <p:cxnSp>
          <p:nvCxnSpPr>
            <p:cNvPr id="11" name="Google Shape;11;p1"/>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12" name="Google Shape;12;p1"/>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13" name="Google Shape;13;p1"/>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4" name="Google Shape;14;p1"/>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17" name="Google Shape;17;p1"/>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8" name="Google Shape;18;p1"/>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0" y="4013200"/>
              <a:ext cx="448733" cy="2844800"/>
            </a:xfrm>
            <a:prstGeom prst="triangle">
              <a:avLst>
                <a:gd fmla="val 0" name="adj"/>
              </a:avLst>
            </a:prstGeom>
            <a:solidFill>
              <a:schemeClr val="accent1">
                <a:alpha val="7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1"/>
          <p:cNvSpPr txBox="1"/>
          <p:nvPr/>
        </p:nvSpPr>
        <p:spPr>
          <a:xfrm>
            <a:off x="660396"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chemeClr val="accent2"/>
                </a:solidFill>
                <a:latin typeface="Trebuchet MS"/>
                <a:ea typeface="Trebuchet MS"/>
                <a:cs typeface="Trebuchet MS"/>
                <a:sym typeface="Trebuchet MS"/>
              </a:rPr>
              <a:t>9/2/2026</a:t>
            </a:r>
            <a:endParaRPr b="0" i="0" sz="1100" u="none" cap="none" strike="noStrike">
              <a:solidFill>
                <a:schemeClr val="accent2"/>
              </a:solidFill>
              <a:latin typeface="Trebuchet MS"/>
              <a:ea typeface="Trebuchet MS"/>
              <a:cs typeface="Trebuchet MS"/>
              <a:sym typeface="Trebuchet MS"/>
            </a:endParaRPr>
          </a:p>
        </p:txBody>
      </p:sp>
      <p:sp>
        <p:nvSpPr>
          <p:cNvPr id="27" name="Google Shape;27;p1"/>
          <p:cNvSpPr txBox="1"/>
          <p:nvPr/>
        </p:nvSpPr>
        <p:spPr>
          <a:xfrm>
            <a:off x="1445526" y="6378906"/>
            <a:ext cx="41148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chemeClr val="accent2"/>
                </a:solidFill>
                <a:latin typeface="Trebuchet MS"/>
                <a:ea typeface="Trebuchet MS"/>
                <a:cs typeface="Trebuchet MS"/>
                <a:sym typeface="Trebuchet MS"/>
              </a:rPr>
              <a:t>Annual Review</a:t>
            </a:r>
            <a:endParaRPr/>
          </a:p>
        </p:txBody>
      </p:sp>
      <p:sp>
        <p:nvSpPr>
          <p:cNvPr id="28" name="Google Shape;28;p1"/>
          <p:cNvSpPr txBox="1"/>
          <p:nvPr/>
        </p:nvSpPr>
        <p:spPr>
          <a:xfrm>
            <a:off x="8805338"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4"/>
                </a:solidFill>
                <a:latin typeface="Trebuchet MS"/>
                <a:ea typeface="Trebuchet MS"/>
                <a:cs typeface="Trebuchet MS"/>
                <a:sym typeface="Trebuchet MS"/>
              </a:rPr>
              <a:t>‹#›</a:t>
            </a:fld>
            <a:endParaRPr b="0" i="0" sz="1100" u="none" cap="none" strike="noStrike">
              <a:solidFill>
                <a:schemeClr val="accent4"/>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hyperlink" Target="https://github.com/ShreeShanth2556/Seasonal-Agriculture-Performance-Analysis" TargetMode="External"/><Relationship Id="rId5" Type="http://schemas.openxmlformats.org/officeDocument/2006/relationships/hyperlink" Target="https://github.com/ShreeShanth2556/Seasonal-Agriculture-Performance-Analysi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txBox="1"/>
          <p:nvPr>
            <p:ph idx="1" type="body"/>
          </p:nvPr>
        </p:nvSpPr>
        <p:spPr>
          <a:xfrm>
            <a:off x="647700" y="3714875"/>
            <a:ext cx="4011600" cy="861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1600"/>
              <a:buNone/>
            </a:pPr>
            <a:r>
              <a:rPr b="1" lang="en-US" sz="2000">
                <a:solidFill>
                  <a:schemeClr val="dk1"/>
                </a:solidFill>
              </a:rPr>
              <a:t>Shree Shanth P B</a:t>
            </a:r>
            <a:br>
              <a:rPr b="1" lang="en-US" sz="2000">
                <a:solidFill>
                  <a:schemeClr val="dk1"/>
                </a:solidFill>
                <a:latin typeface="Trebuchet MS"/>
                <a:ea typeface="Trebuchet MS"/>
                <a:cs typeface="Trebuchet MS"/>
                <a:sym typeface="Trebuchet MS"/>
              </a:rPr>
            </a:br>
            <a:r>
              <a:rPr b="1" lang="en-US" sz="2000">
                <a:solidFill>
                  <a:schemeClr val="dk1"/>
                </a:solidFill>
              </a:rPr>
              <a:t>College Name - R V University</a:t>
            </a:r>
            <a:endParaRPr b="0">
              <a:solidFill>
                <a:schemeClr val="dk1"/>
              </a:solidFill>
            </a:endParaRPr>
          </a:p>
        </p:txBody>
      </p:sp>
      <p:sp>
        <p:nvSpPr>
          <p:cNvPr id="198" name="Google Shape;198;p23"/>
          <p:cNvSpPr txBox="1"/>
          <p:nvPr>
            <p:ph type="title"/>
          </p:nvPr>
        </p:nvSpPr>
        <p:spPr>
          <a:xfrm>
            <a:off x="460950" y="2894850"/>
            <a:ext cx="11270100" cy="86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400"/>
              <a:buFont typeface="Trebuchet MS"/>
              <a:buNone/>
            </a:pPr>
            <a:r>
              <a:rPr b="1" lang="en-US" sz="3200"/>
              <a:t>Project Title - Seasonal Agriculture Performance Analysis</a:t>
            </a:r>
            <a:endParaRPr sz="3200"/>
          </a:p>
        </p:txBody>
      </p:sp>
      <p:sp>
        <p:nvSpPr>
          <p:cNvPr id="199" name="Google Shape;199;p23"/>
          <p:cNvSpPr txBox="1"/>
          <p:nvPr/>
        </p:nvSpPr>
        <p:spPr>
          <a:xfrm>
            <a:off x="6400800" y="2794001"/>
            <a:ext cx="3312160" cy="861497"/>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920"/>
              <a:buFont typeface="Noto Sans Symbols"/>
              <a:buNone/>
            </a:pPr>
            <a:r>
              <a:t/>
            </a:r>
            <a:endParaRPr b="1" i="0" sz="2400" u="none" cap="none" strike="noStrike">
              <a:solidFill>
                <a:schemeClr val="accent4"/>
              </a:solidFill>
              <a:latin typeface="Trebuchet MS"/>
              <a:ea typeface="Trebuchet MS"/>
              <a:cs typeface="Trebuchet MS"/>
              <a:sym typeface="Trebuchet MS"/>
            </a:endParaRPr>
          </a:p>
        </p:txBody>
      </p:sp>
      <p:pic>
        <p:nvPicPr>
          <p:cNvPr id="200" name="Google Shape;200;p2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01" name="Google Shape;201;p23"/>
          <p:cNvSpPr txBox="1"/>
          <p:nvPr/>
        </p:nvSpPr>
        <p:spPr>
          <a:xfrm>
            <a:off x="862950" y="4821675"/>
            <a:ext cx="57300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900" u="none" cap="none" strike="noStrike">
                <a:solidFill>
                  <a:schemeClr val="dk1"/>
                </a:solidFill>
                <a:latin typeface="Trebuchet MS"/>
                <a:ea typeface="Trebuchet MS"/>
                <a:cs typeface="Trebuchet MS"/>
                <a:sym typeface="Trebuchet MS"/>
              </a:rPr>
              <a:t>AICTE STU ID : </a:t>
            </a:r>
            <a:r>
              <a:rPr b="1" i="0" lang="en-US" sz="1900" u="none" cap="none" strike="noStrike">
                <a:solidFill>
                  <a:schemeClr val="dk1"/>
                </a:solidFill>
                <a:latin typeface="Trebuchet MS"/>
                <a:ea typeface="Trebuchet MS"/>
                <a:cs typeface="Trebuchet MS"/>
                <a:sym typeface="Trebuchet MS"/>
              </a:rPr>
              <a:t>S</a:t>
            </a:r>
            <a:r>
              <a:rPr b="1" i="0" lang="en-US" sz="1900" u="none" cap="none" strike="noStrike">
                <a:solidFill>
                  <a:schemeClr val="dk1"/>
                </a:solidFill>
                <a:latin typeface="Trebuchet MS"/>
                <a:ea typeface="Trebuchet MS"/>
                <a:cs typeface="Trebuchet MS"/>
                <a:sym typeface="Trebuchet MS"/>
              </a:rPr>
              <a:t>TU6a68c2374a8b71785250359</a:t>
            </a:r>
            <a:endParaRPr b="1" sz="17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822"/>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9"/>
                                        </p:tgtEl>
                                        <p:attrNameLst>
                                          <p:attrName>style.visibility</p:attrName>
                                        </p:attrNameLst>
                                      </p:cBhvr>
                                      <p:to>
                                        <p:strVal val="visible"/>
                                      </p:to>
                                    </p:set>
                                    <p:anim calcmode="lin" valueType="num">
                                      <p:cBhvr additive="base">
                                        <p:cTn dur="500"/>
                                        <p:tgtEl>
                                          <p:spTgt spid="199"/>
                                        </p:tgtEl>
                                        <p:attrNameLst>
                                          <p:attrName>ppt_w</p:attrName>
                                        </p:attrNameLst>
                                      </p:cBhvr>
                                      <p:tavLst>
                                        <p:tav fmla="" tm="0">
                                          <p:val>
                                            <p:strVal val="0"/>
                                          </p:val>
                                        </p:tav>
                                        <p:tav fmla="" tm="100000">
                                          <p:val>
                                            <p:strVal val="#ppt_w"/>
                                          </p:val>
                                        </p:tav>
                                      </p:tavLst>
                                    </p:anim>
                                    <p:anim calcmode="lin" valueType="num">
                                      <p:cBhvr additive="base">
                                        <p:cTn dur="500"/>
                                        <p:tgtEl>
                                          <p:spTgt spid="19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500"/>
                                        <p:tgtEl>
                                          <p:spTgt spid="19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4"/>
          <p:cNvSpPr txBox="1"/>
          <p:nvPr>
            <p:ph type="title"/>
          </p:nvPr>
        </p:nvSpPr>
        <p:spPr>
          <a:xfrm>
            <a:off x="754602" y="550417"/>
            <a:ext cx="6995604" cy="790111"/>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PROBLEM  STATEMENT</a:t>
            </a:r>
            <a:endParaRPr/>
          </a:p>
          <a:p>
            <a:pPr indent="0" lvl="0" marL="0" rtl="0" algn="l">
              <a:spcBef>
                <a:spcPts val="0"/>
              </a:spcBef>
              <a:spcAft>
                <a:spcPts val="0"/>
              </a:spcAft>
              <a:buClr>
                <a:schemeClr val="dk1"/>
              </a:buClr>
              <a:buSzPct val="100000"/>
              <a:buFont typeface="Trebuchet MS"/>
              <a:buNone/>
            </a:pPr>
            <a:r>
              <a:t/>
            </a:r>
            <a:endParaRPr sz="2600"/>
          </a:p>
        </p:txBody>
      </p:sp>
      <p:pic>
        <p:nvPicPr>
          <p:cNvPr id="207" name="Google Shape;207;p24"/>
          <p:cNvPicPr preferRelativeResize="0"/>
          <p:nvPr/>
        </p:nvPicPr>
        <p:blipFill rotWithShape="1">
          <a:blip r:embed="rId3">
            <a:alphaModFix/>
          </a:blip>
          <a:srcRect b="0" l="0" r="0" t="0"/>
          <a:stretch/>
        </p:blipFill>
        <p:spPr>
          <a:xfrm>
            <a:off x="8029209" y="3207509"/>
            <a:ext cx="2760759" cy="3264407"/>
          </a:xfrm>
          <a:prstGeom prst="rect">
            <a:avLst/>
          </a:prstGeom>
          <a:noFill/>
          <a:ln>
            <a:noFill/>
          </a:ln>
        </p:spPr>
      </p:pic>
      <p:pic>
        <p:nvPicPr>
          <p:cNvPr id="208" name="Google Shape;208;p24"/>
          <p:cNvPicPr preferRelativeResize="0"/>
          <p:nvPr/>
        </p:nvPicPr>
        <p:blipFill rotWithShape="1">
          <a:blip r:embed="rId4">
            <a:alphaModFix/>
          </a:blip>
          <a:srcRect b="0" l="0" r="0" t="96181"/>
          <a:stretch/>
        </p:blipFill>
        <p:spPr>
          <a:xfrm>
            <a:off x="675957" y="6471920"/>
            <a:ext cx="2143125" cy="193040"/>
          </a:xfrm>
          <a:prstGeom prst="rect">
            <a:avLst/>
          </a:prstGeom>
          <a:noFill/>
          <a:ln>
            <a:noFill/>
          </a:ln>
        </p:spPr>
      </p:pic>
      <p:sp>
        <p:nvSpPr>
          <p:cNvPr id="209" name="Google Shape;209;p24"/>
          <p:cNvSpPr txBox="1"/>
          <p:nvPr/>
        </p:nvSpPr>
        <p:spPr>
          <a:xfrm>
            <a:off x="647701" y="1594075"/>
            <a:ext cx="7381500" cy="4412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rebuchet MS"/>
                <a:ea typeface="Trebuchet MS"/>
                <a:cs typeface="Trebuchet MS"/>
                <a:sym typeface="Trebuchet MS"/>
              </a:rPr>
              <a:t>Agricultural activities are influenced by seasonal variations in environmental conditions, farming practices, resource availability and market conditions.</a:t>
            </a:r>
            <a:endParaRPr/>
          </a:p>
          <a:p>
            <a:pPr indent="0" lvl="0" marL="0" marR="0" rtl="0" algn="l">
              <a:spcBef>
                <a:spcPts val="800"/>
              </a:spcBef>
              <a:spcAft>
                <a:spcPts val="0"/>
              </a:spcAft>
              <a:buNone/>
            </a:pPr>
            <a:r>
              <a:t/>
            </a:r>
            <a:endParaRPr sz="1800">
              <a:solidFill>
                <a:schemeClr val="dk1"/>
              </a:solidFill>
              <a:latin typeface="Trebuchet MS"/>
              <a:ea typeface="Trebuchet MS"/>
              <a:cs typeface="Trebuchet MS"/>
              <a:sym typeface="Trebuchet MS"/>
            </a:endParaRPr>
          </a:p>
          <a:p>
            <a:pPr indent="0" lvl="0" marL="0" marR="0" rtl="0" algn="l">
              <a:spcBef>
                <a:spcPts val="800"/>
              </a:spcBef>
              <a:spcAft>
                <a:spcPts val="0"/>
              </a:spcAft>
              <a:buNone/>
            </a:pPr>
            <a:r>
              <a:rPr lang="en-US" sz="1800">
                <a:solidFill>
                  <a:schemeClr val="dk1"/>
                </a:solidFill>
                <a:latin typeface="Trebuchet MS"/>
                <a:ea typeface="Trebuchet MS"/>
                <a:cs typeface="Trebuchet MS"/>
                <a:sym typeface="Trebuchet MS"/>
              </a:rPr>
              <a:t>Raw agricultural data does not clearly explain how performance changes across seasons.</a:t>
            </a:r>
            <a:endParaRPr/>
          </a:p>
          <a:p>
            <a:pPr indent="0" lvl="0" marL="0" marR="0" rtl="0" algn="l">
              <a:spcBef>
                <a:spcPts val="800"/>
              </a:spcBef>
              <a:spcAft>
                <a:spcPts val="0"/>
              </a:spcAft>
              <a:buNone/>
            </a:pPr>
            <a:r>
              <a:t/>
            </a:r>
            <a:endParaRPr sz="1800">
              <a:solidFill>
                <a:schemeClr val="dk1"/>
              </a:solidFill>
              <a:latin typeface="Trebuchet MS"/>
              <a:ea typeface="Trebuchet MS"/>
              <a:cs typeface="Trebuchet MS"/>
              <a:sym typeface="Trebuchet MS"/>
            </a:endParaRPr>
          </a:p>
          <a:p>
            <a:pPr indent="0" lvl="0" marL="0" marR="0" rtl="0" algn="l">
              <a:spcBef>
                <a:spcPts val="800"/>
              </a:spcBef>
              <a:spcAft>
                <a:spcPts val="0"/>
              </a:spcAft>
              <a:buNone/>
            </a:pPr>
            <a:r>
              <a:rPr lang="en-US" sz="1800">
                <a:solidFill>
                  <a:schemeClr val="dk1"/>
                </a:solidFill>
                <a:latin typeface="Trebuchet MS"/>
                <a:ea typeface="Trebuchet MS"/>
                <a:cs typeface="Trebuchet MS"/>
                <a:sym typeface="Trebuchet MS"/>
              </a:rPr>
              <a:t>The problem is to analyze the given dataset and investigate seasonal differences in agricultural performance by identifying meaningful patterns, trends, relationships and variations in:</a:t>
            </a:r>
            <a:endParaRPr/>
          </a:p>
          <a:p>
            <a:pPr indent="0" lvl="0" marL="0" marR="0" rtl="0" algn="l">
              <a:spcBef>
                <a:spcPts val="800"/>
              </a:spcBef>
              <a:spcAft>
                <a:spcPts val="0"/>
              </a:spcAft>
              <a:buNone/>
            </a:pPr>
            <a:r>
              <a:rPr lang="en-US" sz="1800">
                <a:solidFill>
                  <a:schemeClr val="dk1"/>
                </a:solidFill>
                <a:latin typeface="Trebuchet MS"/>
                <a:ea typeface="Trebuchet MS"/>
                <a:cs typeface="Trebuchet MS"/>
                <a:sym typeface="Trebuchet MS"/>
              </a:rPr>
              <a:t>• Yield and production</a:t>
            </a:r>
            <a:endParaRPr/>
          </a:p>
          <a:p>
            <a:pPr indent="0" lvl="0" marL="0" marR="0" rtl="0" algn="l">
              <a:spcBef>
                <a:spcPts val="800"/>
              </a:spcBef>
              <a:spcAft>
                <a:spcPts val="0"/>
              </a:spcAft>
              <a:buNone/>
            </a:pPr>
            <a:r>
              <a:rPr lang="en-US" sz="1800">
                <a:solidFill>
                  <a:schemeClr val="dk1"/>
                </a:solidFill>
                <a:latin typeface="Trebuchet MS"/>
                <a:ea typeface="Trebuchet MS"/>
                <a:cs typeface="Trebuchet MS"/>
                <a:sym typeface="Trebuchet MS"/>
              </a:rPr>
              <a:t>• Resource usage and environmental conditions</a:t>
            </a:r>
            <a:endParaRPr/>
          </a:p>
          <a:p>
            <a:pPr indent="0" lvl="0" marL="0" marR="0" rtl="0" algn="l">
              <a:spcBef>
                <a:spcPts val="800"/>
              </a:spcBef>
              <a:spcAft>
                <a:spcPts val="0"/>
              </a:spcAft>
              <a:buNone/>
            </a:pPr>
            <a:r>
              <a:rPr lang="en-US" sz="1800">
                <a:solidFill>
                  <a:schemeClr val="dk1"/>
                </a:solidFill>
                <a:latin typeface="Trebuchet MS"/>
                <a:ea typeface="Trebuchet MS"/>
                <a:cs typeface="Trebuchet MS"/>
                <a:sym typeface="Trebuchet MS"/>
              </a:rPr>
              <a:t>• Revenue and profit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06"/>
                                        </p:tgtEl>
                                        <p:attrNameLst>
                                          <p:attrName>style.visibility</p:attrName>
                                        </p:attrNameLst>
                                      </p:cBhvr>
                                      <p:to>
                                        <p:strVal val="visible"/>
                                      </p:to>
                                    </p:set>
                                    <p:anim calcmode="lin" valueType="num">
                                      <p:cBhvr additive="base">
                                        <p:cTn dur="500"/>
                                        <p:tgtEl>
                                          <p:spTgt spid="206"/>
                                        </p:tgtEl>
                                        <p:attrNameLst>
                                          <p:attrName>ppt_w</p:attrName>
                                        </p:attrNameLst>
                                      </p:cBhvr>
                                      <p:tavLst>
                                        <p:tav fmla="" tm="0">
                                          <p:val>
                                            <p:strVal val="0"/>
                                          </p:val>
                                        </p:tav>
                                        <p:tav fmla="" tm="100000">
                                          <p:val>
                                            <p:strVal val="#ppt_w"/>
                                          </p:val>
                                        </p:tav>
                                      </p:tavLst>
                                    </p:anim>
                                    <p:anim calcmode="lin" valueType="num">
                                      <p:cBhvr additive="base">
                                        <p:cTn dur="500"/>
                                        <p:tgtEl>
                                          <p:spTgt spid="20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13" name="Shape 213"/>
        <p:cNvGrpSpPr/>
        <p:nvPr/>
      </p:nvGrpSpPr>
      <p:grpSpPr>
        <a:xfrm>
          <a:off x="0" y="0"/>
          <a:ext cx="0" cy="0"/>
          <a:chOff x="0" y="0"/>
          <a:chExt cx="0" cy="0"/>
        </a:xfrm>
      </p:grpSpPr>
      <p:sp>
        <p:nvSpPr>
          <p:cNvPr id="214" name="Google Shape;214;p25"/>
          <p:cNvSpPr txBox="1"/>
          <p:nvPr>
            <p:ph type="title"/>
          </p:nvPr>
        </p:nvSpPr>
        <p:spPr>
          <a:xfrm>
            <a:off x="660399" y="805213"/>
            <a:ext cx="6276109" cy="83099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Project Description</a:t>
            </a:r>
            <a:endParaRPr/>
          </a:p>
        </p:txBody>
      </p:sp>
      <p:pic>
        <p:nvPicPr>
          <p:cNvPr id="215" name="Google Shape;215;p25"/>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pic>
        <p:nvPicPr>
          <p:cNvPr id="216" name="Google Shape;216;p25"/>
          <p:cNvPicPr preferRelativeResize="0"/>
          <p:nvPr/>
        </p:nvPicPr>
        <p:blipFill rotWithShape="1">
          <a:blip r:embed="rId4">
            <a:alphaModFix/>
          </a:blip>
          <a:srcRect b="0" l="0" r="0" t="0"/>
          <a:stretch/>
        </p:blipFill>
        <p:spPr>
          <a:xfrm>
            <a:off x="467359" y="6410461"/>
            <a:ext cx="3706253" cy="296092"/>
          </a:xfrm>
          <a:prstGeom prst="rect">
            <a:avLst/>
          </a:prstGeom>
          <a:noFill/>
          <a:ln>
            <a:noFill/>
          </a:ln>
        </p:spPr>
      </p:pic>
      <p:sp>
        <p:nvSpPr>
          <p:cNvPr id="217" name="Google Shape;217;p25"/>
          <p:cNvSpPr txBox="1"/>
          <p:nvPr/>
        </p:nvSpPr>
        <p:spPr>
          <a:xfrm>
            <a:off x="647705" y="1636195"/>
            <a:ext cx="10149900" cy="3894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700">
                <a:solidFill>
                  <a:schemeClr val="dk1"/>
                </a:solidFill>
                <a:latin typeface="Trebuchet MS"/>
                <a:ea typeface="Trebuchet MS"/>
                <a:cs typeface="Trebuchet MS"/>
                <a:sym typeface="Trebuchet MS"/>
              </a:rPr>
              <a:t>This project performs Exploratory Data Analysis (EDA) on farm-level agricultural data collected across different seasons, geographical areas and farming conditions.</a:t>
            </a:r>
            <a:endParaRPr/>
          </a:p>
          <a:p>
            <a:pPr indent="0" lvl="0" marL="0" marR="0" rtl="0" algn="l">
              <a:spcBef>
                <a:spcPts val="800"/>
              </a:spcBef>
              <a:spcAft>
                <a:spcPts val="0"/>
              </a:spcAft>
              <a:buNone/>
            </a:pPr>
            <a:r>
              <a:t/>
            </a:r>
            <a:endParaRPr sz="1700">
              <a:solidFill>
                <a:schemeClr val="dk1"/>
              </a:solidFill>
              <a:latin typeface="Trebuchet MS"/>
              <a:ea typeface="Trebuchet MS"/>
              <a:cs typeface="Trebuchet MS"/>
              <a:sym typeface="Trebuchet MS"/>
            </a:endParaRPr>
          </a:p>
          <a:p>
            <a:pPr indent="0" lvl="0" marL="0" marR="0" rtl="0" algn="l">
              <a:spcBef>
                <a:spcPts val="800"/>
              </a:spcBef>
              <a:spcAft>
                <a:spcPts val="0"/>
              </a:spcAft>
              <a:buNone/>
            </a:pPr>
            <a:r>
              <a:rPr lang="en-US" sz="1700">
                <a:solidFill>
                  <a:schemeClr val="dk1"/>
                </a:solidFill>
                <a:latin typeface="Trebuchet MS"/>
                <a:ea typeface="Trebuchet MS"/>
                <a:cs typeface="Trebuchet MS"/>
                <a:sym typeface="Trebuchet MS"/>
              </a:rPr>
              <a:t>The analysis includes:</a:t>
            </a:r>
            <a:endParaRPr/>
          </a:p>
          <a:p>
            <a:pPr indent="0" lvl="0" marL="0" marR="0" rtl="0" algn="l">
              <a:spcBef>
                <a:spcPts val="800"/>
              </a:spcBef>
              <a:spcAft>
                <a:spcPts val="0"/>
              </a:spcAft>
              <a:buNone/>
            </a:pPr>
            <a:r>
              <a:rPr lang="en-US" sz="1700">
                <a:solidFill>
                  <a:schemeClr val="dk1"/>
                </a:solidFill>
                <a:latin typeface="Trebuchet MS"/>
                <a:ea typeface="Trebuchet MS"/>
                <a:cs typeface="Trebuchet MS"/>
                <a:sym typeface="Trebuchet MS"/>
              </a:rPr>
              <a:t>• Data understanding and data quality checks</a:t>
            </a:r>
            <a:endParaRPr/>
          </a:p>
          <a:p>
            <a:pPr indent="0" lvl="0" marL="0" marR="0" rtl="0" algn="l">
              <a:spcBef>
                <a:spcPts val="800"/>
              </a:spcBef>
              <a:spcAft>
                <a:spcPts val="0"/>
              </a:spcAft>
              <a:buNone/>
            </a:pPr>
            <a:r>
              <a:rPr lang="en-US" sz="1700">
                <a:solidFill>
                  <a:schemeClr val="dk1"/>
                </a:solidFill>
                <a:latin typeface="Trebuchet MS"/>
                <a:ea typeface="Trebuchet MS"/>
                <a:cs typeface="Trebuchet MS"/>
                <a:sym typeface="Trebuchet MS"/>
              </a:rPr>
              <a:t>• Missing value and duplicate treatment</a:t>
            </a:r>
            <a:endParaRPr/>
          </a:p>
          <a:p>
            <a:pPr indent="0" lvl="0" marL="0" marR="0" rtl="0" algn="l">
              <a:spcBef>
                <a:spcPts val="800"/>
              </a:spcBef>
              <a:spcAft>
                <a:spcPts val="0"/>
              </a:spcAft>
              <a:buNone/>
            </a:pPr>
            <a:r>
              <a:rPr lang="en-US" sz="1700">
                <a:solidFill>
                  <a:schemeClr val="dk1"/>
                </a:solidFill>
                <a:latin typeface="Trebuchet MS"/>
                <a:ea typeface="Trebuchet MS"/>
                <a:cs typeface="Trebuchet MS"/>
                <a:sym typeface="Trebuchet MS"/>
              </a:rPr>
              <a:t>• Feature and statistical review</a:t>
            </a:r>
            <a:endParaRPr/>
          </a:p>
          <a:p>
            <a:pPr indent="0" lvl="0" marL="0" marR="0" rtl="0" algn="l">
              <a:spcBef>
                <a:spcPts val="800"/>
              </a:spcBef>
              <a:spcAft>
                <a:spcPts val="0"/>
              </a:spcAft>
              <a:buNone/>
            </a:pPr>
            <a:r>
              <a:rPr lang="en-US" sz="1700">
                <a:solidFill>
                  <a:schemeClr val="dk1"/>
                </a:solidFill>
                <a:latin typeface="Trebuchet MS"/>
                <a:ea typeface="Trebuchet MS"/>
                <a:cs typeface="Trebuchet MS"/>
                <a:sym typeface="Trebuchet MS"/>
              </a:rPr>
              <a:t>• Univariate, bivariate and multivariate analysis</a:t>
            </a:r>
            <a:endParaRPr/>
          </a:p>
          <a:p>
            <a:pPr indent="0" lvl="0" marL="0" marR="0" rtl="0" algn="l">
              <a:spcBef>
                <a:spcPts val="800"/>
              </a:spcBef>
              <a:spcAft>
                <a:spcPts val="0"/>
              </a:spcAft>
              <a:buNone/>
            </a:pPr>
            <a:r>
              <a:rPr lang="en-US" sz="1700">
                <a:solidFill>
                  <a:schemeClr val="dk1"/>
                </a:solidFill>
                <a:latin typeface="Trebuchet MS"/>
                <a:ea typeface="Trebuchet MS"/>
                <a:cs typeface="Trebuchet MS"/>
                <a:sym typeface="Trebuchet MS"/>
              </a:rPr>
              <a:t>• Outlier and correlation analysis</a:t>
            </a:r>
            <a:endParaRPr/>
          </a:p>
          <a:p>
            <a:pPr indent="0" lvl="0" marL="0" marR="0" rtl="0" algn="l">
              <a:spcBef>
                <a:spcPts val="800"/>
              </a:spcBef>
              <a:spcAft>
                <a:spcPts val="0"/>
              </a:spcAft>
              <a:buNone/>
            </a:pPr>
            <a:r>
              <a:rPr lang="en-US" sz="1700">
                <a:solidFill>
                  <a:schemeClr val="dk1"/>
                </a:solidFill>
                <a:latin typeface="Trebuchet MS"/>
                <a:ea typeface="Trebuchet MS"/>
                <a:cs typeface="Trebuchet MS"/>
                <a:sym typeface="Trebuchet MS"/>
              </a:rPr>
              <a:t>• Seasonal comparison of environmental, production, resource and economic performance</a:t>
            </a:r>
            <a:endParaRPr/>
          </a:p>
          <a:p>
            <a:pPr indent="0" lvl="0" marL="0" marR="0" rtl="0" algn="l">
              <a:spcBef>
                <a:spcPts val="800"/>
              </a:spcBef>
              <a:spcAft>
                <a:spcPts val="0"/>
              </a:spcAft>
              <a:buNone/>
            </a:pPr>
            <a:r>
              <a:rPr lang="en-US" sz="1700">
                <a:solidFill>
                  <a:schemeClr val="dk1"/>
                </a:solidFill>
                <a:latin typeface="Trebuchet MS"/>
                <a:ea typeface="Trebuchet MS"/>
                <a:cs typeface="Trebuchet MS"/>
                <a:sym typeface="Trebuchet MS"/>
              </a:rPr>
              <a:t>• Additional student-driven analysis to derive insights and recommendations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4"/>
                                        </p:tgtEl>
                                        <p:attrNameLst>
                                          <p:attrName>style.visibility</p:attrName>
                                        </p:attrNameLst>
                                      </p:cBhvr>
                                      <p:to>
                                        <p:strVal val="visible"/>
                                      </p:to>
                                    </p:set>
                                    <p:anim calcmode="lin" valueType="num">
                                      <p:cBhvr additive="base">
                                        <p:cTn dur="500"/>
                                        <p:tgtEl>
                                          <p:spTgt spid="214"/>
                                        </p:tgtEl>
                                        <p:attrNameLst>
                                          <p:attrName>ppt_w</p:attrName>
                                        </p:attrNameLst>
                                      </p:cBhvr>
                                      <p:tavLst>
                                        <p:tav fmla="" tm="0">
                                          <p:val>
                                            <p:strVal val="0"/>
                                          </p:val>
                                        </p:tav>
                                        <p:tav fmla="" tm="100000">
                                          <p:val>
                                            <p:strVal val="#ppt_w"/>
                                          </p:val>
                                        </p:tav>
                                      </p:tavLst>
                                    </p:anim>
                                    <p:anim calcmode="lin" valueType="num">
                                      <p:cBhvr additive="base">
                                        <p:cTn dur="500"/>
                                        <p:tgtEl>
                                          <p:spTgt spid="21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6"/>
          <p:cNvSpPr txBox="1"/>
          <p:nvPr>
            <p:ph type="title"/>
          </p:nvPr>
        </p:nvSpPr>
        <p:spPr>
          <a:xfrm>
            <a:off x="620008" y="876617"/>
            <a:ext cx="10046070" cy="80264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Font typeface="Trebuchet MS"/>
              <a:buNone/>
            </a:pPr>
            <a:r>
              <a:rPr lang="en-US" sz="4300"/>
              <a:t>WHO ARE THE END USERS?</a:t>
            </a:r>
            <a:endParaRPr sz="4300"/>
          </a:p>
        </p:txBody>
      </p:sp>
      <p:pic>
        <p:nvPicPr>
          <p:cNvPr id="223" name="Google Shape;223;p26"/>
          <p:cNvPicPr preferRelativeResize="0"/>
          <p:nvPr/>
        </p:nvPicPr>
        <p:blipFill rotWithShape="1">
          <a:blip r:embed="rId3">
            <a:alphaModFix/>
          </a:blip>
          <a:srcRect b="0" l="0" r="0" t="0"/>
          <a:stretch/>
        </p:blipFill>
        <p:spPr>
          <a:xfrm>
            <a:off x="721359" y="6176804"/>
            <a:ext cx="2181225" cy="485775"/>
          </a:xfrm>
          <a:prstGeom prst="rect">
            <a:avLst/>
          </a:prstGeom>
          <a:noFill/>
          <a:ln>
            <a:noFill/>
          </a:ln>
        </p:spPr>
      </p:pic>
      <p:sp>
        <p:nvSpPr>
          <p:cNvPr id="224" name="Google Shape;224;p26"/>
          <p:cNvSpPr txBox="1"/>
          <p:nvPr/>
        </p:nvSpPr>
        <p:spPr>
          <a:xfrm>
            <a:off x="647705" y="1824885"/>
            <a:ext cx="10149900" cy="3478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000">
                <a:solidFill>
                  <a:schemeClr val="dk1"/>
                </a:solidFill>
                <a:latin typeface="Trebuchet MS"/>
                <a:ea typeface="Trebuchet MS"/>
                <a:cs typeface="Trebuchet MS"/>
                <a:sym typeface="Trebuchet MS"/>
              </a:rPr>
              <a:t>• Farmers and agricultural planners</a:t>
            </a:r>
            <a:endParaRPr/>
          </a:p>
          <a:p>
            <a:pPr indent="0" lvl="0" marL="0" marR="0" rtl="0" algn="l">
              <a:spcBef>
                <a:spcPts val="800"/>
              </a:spcBef>
              <a:spcAft>
                <a:spcPts val="0"/>
              </a:spcAft>
              <a:buNone/>
            </a:pPr>
            <a:r>
              <a:rPr lang="en-US" sz="2000">
                <a:solidFill>
                  <a:schemeClr val="dk1"/>
                </a:solidFill>
                <a:latin typeface="Trebuchet MS"/>
                <a:ea typeface="Trebuchet MS"/>
                <a:cs typeface="Trebuchet MS"/>
                <a:sym typeface="Trebuchet MS"/>
              </a:rPr>
              <a:t>• Agricultural researchers and analysts</a:t>
            </a:r>
            <a:endParaRPr/>
          </a:p>
          <a:p>
            <a:pPr indent="0" lvl="0" marL="0" marR="0" rtl="0" algn="l">
              <a:spcBef>
                <a:spcPts val="800"/>
              </a:spcBef>
              <a:spcAft>
                <a:spcPts val="0"/>
              </a:spcAft>
              <a:buNone/>
            </a:pPr>
            <a:r>
              <a:rPr lang="en-US" sz="2000">
                <a:solidFill>
                  <a:schemeClr val="dk1"/>
                </a:solidFill>
                <a:latin typeface="Trebuchet MS"/>
                <a:ea typeface="Trebuchet MS"/>
                <a:cs typeface="Trebuchet MS"/>
                <a:sym typeface="Trebuchet MS"/>
              </a:rPr>
              <a:t>• Farm management teams</a:t>
            </a:r>
            <a:endParaRPr/>
          </a:p>
          <a:p>
            <a:pPr indent="0" lvl="0" marL="0" marR="0" rtl="0" algn="l">
              <a:spcBef>
                <a:spcPts val="800"/>
              </a:spcBef>
              <a:spcAft>
                <a:spcPts val="0"/>
              </a:spcAft>
              <a:buNone/>
            </a:pPr>
            <a:r>
              <a:rPr lang="en-US" sz="2000">
                <a:solidFill>
                  <a:schemeClr val="dk1"/>
                </a:solidFill>
                <a:latin typeface="Trebuchet MS"/>
                <a:ea typeface="Trebuchet MS"/>
                <a:cs typeface="Trebuchet MS"/>
                <a:sym typeface="Trebuchet MS"/>
              </a:rPr>
              <a:t>• Government and policy stakeholders</a:t>
            </a:r>
            <a:endParaRPr/>
          </a:p>
          <a:p>
            <a:pPr indent="0" lvl="0" marL="0" marR="0" rtl="0" algn="l">
              <a:spcBef>
                <a:spcPts val="800"/>
              </a:spcBef>
              <a:spcAft>
                <a:spcPts val="0"/>
              </a:spcAft>
              <a:buNone/>
            </a:pPr>
            <a:r>
              <a:rPr lang="en-US" sz="2000">
                <a:solidFill>
                  <a:schemeClr val="dk1"/>
                </a:solidFill>
                <a:latin typeface="Trebuchet MS"/>
                <a:ea typeface="Trebuchet MS"/>
                <a:cs typeface="Trebuchet MS"/>
                <a:sym typeface="Trebuchet MS"/>
              </a:rPr>
              <a:t>• Agricultural extension and advisory services</a:t>
            </a:r>
            <a:endParaRPr/>
          </a:p>
          <a:p>
            <a:pPr indent="0" lvl="0" marL="0" marR="0" rtl="0" algn="l">
              <a:spcBef>
                <a:spcPts val="800"/>
              </a:spcBef>
              <a:spcAft>
                <a:spcPts val="0"/>
              </a:spcAft>
              <a:buNone/>
            </a:pPr>
            <a:r>
              <a:t/>
            </a:r>
            <a:endParaRPr sz="2000">
              <a:solidFill>
                <a:schemeClr val="dk1"/>
              </a:solidFill>
              <a:latin typeface="Trebuchet MS"/>
              <a:ea typeface="Trebuchet MS"/>
              <a:cs typeface="Trebuchet MS"/>
              <a:sym typeface="Trebuchet MS"/>
            </a:endParaRPr>
          </a:p>
          <a:p>
            <a:pPr indent="0" lvl="0" marL="0" marR="0" rtl="0" algn="l">
              <a:spcBef>
                <a:spcPts val="800"/>
              </a:spcBef>
              <a:spcAft>
                <a:spcPts val="0"/>
              </a:spcAft>
              <a:buNone/>
            </a:pPr>
            <a:r>
              <a:rPr lang="en-US" sz="2000">
                <a:solidFill>
                  <a:schemeClr val="dk1"/>
                </a:solidFill>
                <a:latin typeface="Trebuchet MS"/>
                <a:ea typeface="Trebuchet MS"/>
                <a:cs typeface="Trebuchet MS"/>
                <a:sym typeface="Trebuchet MS"/>
              </a:rPr>
              <a:t>The analysis can help stakeholders understand seasonal variations, compare agricultural performance and support evidence-based planning and further investigation.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2"/>
                                        </p:tgtEl>
                                        <p:attrNameLst>
                                          <p:attrName>style.visibility</p:attrName>
                                        </p:attrNameLst>
                                      </p:cBhvr>
                                      <p:to>
                                        <p:strVal val="visible"/>
                                      </p:to>
                                    </p:set>
                                    <p:anim calcmode="lin" valueType="num">
                                      <p:cBhvr additive="base">
                                        <p:cTn dur="500"/>
                                        <p:tgtEl>
                                          <p:spTgt spid="222"/>
                                        </p:tgtEl>
                                        <p:attrNameLst>
                                          <p:attrName>ppt_w</p:attrName>
                                        </p:attrNameLst>
                                      </p:cBhvr>
                                      <p:tavLst>
                                        <p:tav fmla="" tm="0">
                                          <p:val>
                                            <p:strVal val="0"/>
                                          </p:val>
                                        </p:tav>
                                        <p:tav fmla="" tm="100000">
                                          <p:val>
                                            <p:strVal val="#ppt_w"/>
                                          </p:val>
                                        </p:tav>
                                      </p:tavLst>
                                    </p:anim>
                                    <p:anim calcmode="lin" valueType="num">
                                      <p:cBhvr additive="base">
                                        <p:cTn dur="500"/>
                                        <p:tgtEl>
                                          <p:spTgt spid="22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29" name="Shape 229"/>
        <p:cNvGrpSpPr/>
        <p:nvPr/>
      </p:nvGrpSpPr>
      <p:grpSpPr>
        <a:xfrm>
          <a:off x="0" y="0"/>
          <a:ext cx="0" cy="0"/>
          <a:chOff x="0" y="0"/>
          <a:chExt cx="0" cy="0"/>
        </a:xfrm>
      </p:grpSpPr>
      <p:pic>
        <p:nvPicPr>
          <p:cNvPr id="230" name="Google Shape;230;p27"/>
          <p:cNvPicPr preferRelativeResize="0"/>
          <p:nvPr/>
        </p:nvPicPr>
        <p:blipFill rotWithShape="1">
          <a:blip r:embed="rId3">
            <a:alphaModFix/>
          </a:blip>
          <a:srcRect b="0" l="0" r="0" t="0"/>
          <a:stretch/>
        </p:blipFill>
        <p:spPr>
          <a:xfrm>
            <a:off x="467359" y="6410461"/>
            <a:ext cx="3706253" cy="296092"/>
          </a:xfrm>
          <a:prstGeom prst="rect">
            <a:avLst/>
          </a:prstGeom>
          <a:noFill/>
          <a:ln>
            <a:noFill/>
          </a:ln>
        </p:spPr>
      </p:pic>
      <p:pic>
        <p:nvPicPr>
          <p:cNvPr id="231" name="Google Shape;231;p27"/>
          <p:cNvPicPr preferRelativeResize="0"/>
          <p:nvPr/>
        </p:nvPicPr>
        <p:blipFill rotWithShape="1">
          <a:blip r:embed="rId4">
            <a:alphaModFix/>
          </a:blip>
          <a:srcRect b="0" l="0" r="0" t="0"/>
          <a:stretch/>
        </p:blipFill>
        <p:spPr>
          <a:xfrm flipH="1">
            <a:off x="50800" y="3820160"/>
            <a:ext cx="1727200" cy="3010024"/>
          </a:xfrm>
          <a:prstGeom prst="rect">
            <a:avLst/>
          </a:prstGeom>
          <a:noFill/>
          <a:ln>
            <a:noFill/>
          </a:ln>
        </p:spPr>
      </p:pic>
      <p:sp>
        <p:nvSpPr>
          <p:cNvPr id="232" name="Google Shape;232;p27"/>
          <p:cNvSpPr txBox="1"/>
          <p:nvPr>
            <p:ph type="title"/>
          </p:nvPr>
        </p:nvSpPr>
        <p:spPr>
          <a:xfrm>
            <a:off x="660399" y="430567"/>
            <a:ext cx="5306291" cy="84781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Technology Used</a:t>
            </a:r>
            <a:endParaRPr/>
          </a:p>
          <a:p>
            <a:pPr indent="0" lvl="0" marL="0" rtl="0" algn="l">
              <a:spcBef>
                <a:spcPts val="0"/>
              </a:spcBef>
              <a:spcAft>
                <a:spcPts val="0"/>
              </a:spcAft>
              <a:buClr>
                <a:schemeClr val="dk1"/>
              </a:buClr>
              <a:buSzPct val="100000"/>
              <a:buFont typeface="Trebuchet MS"/>
              <a:buNone/>
            </a:pPr>
            <a:r>
              <a:t/>
            </a:r>
            <a:endParaRPr sz="2800"/>
          </a:p>
        </p:txBody>
      </p:sp>
      <p:sp>
        <p:nvSpPr>
          <p:cNvPr id="233" name="Google Shape;233;p27"/>
          <p:cNvSpPr txBox="1"/>
          <p:nvPr/>
        </p:nvSpPr>
        <p:spPr>
          <a:xfrm>
            <a:off x="1688950" y="1278375"/>
            <a:ext cx="7650000" cy="5520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900">
                <a:solidFill>
                  <a:schemeClr val="dk1"/>
                </a:solidFill>
                <a:latin typeface="Trebuchet MS"/>
                <a:ea typeface="Trebuchet MS"/>
                <a:cs typeface="Trebuchet MS"/>
                <a:sym typeface="Trebuchet MS"/>
              </a:rPr>
              <a:t>Programming &amp; Analysis</a:t>
            </a:r>
            <a:endParaRPr b="1" sz="1200">
              <a:solidFill>
                <a:schemeClr val="dk1"/>
              </a:solidFill>
            </a:endParaRPr>
          </a:p>
          <a:p>
            <a:pPr indent="0" lvl="0" marL="0" marR="0" rtl="0" algn="l">
              <a:spcBef>
                <a:spcPts val="800"/>
              </a:spcBef>
              <a:spcAft>
                <a:spcPts val="0"/>
              </a:spcAft>
              <a:buNone/>
            </a:pPr>
            <a:r>
              <a:rPr lang="en-US" sz="1900">
                <a:solidFill>
                  <a:schemeClr val="dk1"/>
                </a:solidFill>
                <a:latin typeface="Trebuchet MS"/>
                <a:ea typeface="Trebuchet MS"/>
                <a:cs typeface="Trebuchet MS"/>
                <a:sym typeface="Trebuchet MS"/>
              </a:rPr>
              <a:t>• Python</a:t>
            </a:r>
            <a:endParaRPr sz="1200">
              <a:solidFill>
                <a:schemeClr val="dk1"/>
              </a:solidFill>
            </a:endParaRPr>
          </a:p>
          <a:p>
            <a:pPr indent="0" lvl="0" marL="0" marR="0" rtl="0" algn="l">
              <a:spcBef>
                <a:spcPts val="800"/>
              </a:spcBef>
              <a:spcAft>
                <a:spcPts val="0"/>
              </a:spcAft>
              <a:buNone/>
            </a:pPr>
            <a:r>
              <a:rPr lang="en-US" sz="1900">
                <a:solidFill>
                  <a:schemeClr val="dk1"/>
                </a:solidFill>
                <a:latin typeface="Trebuchet MS"/>
                <a:ea typeface="Trebuchet MS"/>
                <a:cs typeface="Trebuchet MS"/>
                <a:sym typeface="Trebuchet MS"/>
              </a:rPr>
              <a:t>• Pandas</a:t>
            </a:r>
            <a:endParaRPr sz="1200">
              <a:solidFill>
                <a:schemeClr val="dk1"/>
              </a:solidFill>
            </a:endParaRPr>
          </a:p>
          <a:p>
            <a:pPr indent="0" lvl="0" marL="0" marR="0" rtl="0" algn="l">
              <a:spcBef>
                <a:spcPts val="800"/>
              </a:spcBef>
              <a:spcAft>
                <a:spcPts val="0"/>
              </a:spcAft>
              <a:buNone/>
            </a:pPr>
            <a:r>
              <a:rPr lang="en-US" sz="1900">
                <a:solidFill>
                  <a:schemeClr val="dk1"/>
                </a:solidFill>
                <a:latin typeface="Trebuchet MS"/>
                <a:ea typeface="Trebuchet MS"/>
                <a:cs typeface="Trebuchet MS"/>
                <a:sym typeface="Trebuchet MS"/>
              </a:rPr>
              <a:t>• NumPy</a:t>
            </a:r>
            <a:endParaRPr sz="1200">
              <a:solidFill>
                <a:schemeClr val="dk1"/>
              </a:solidFill>
            </a:endParaRPr>
          </a:p>
          <a:p>
            <a:pPr indent="0" lvl="0" marL="0" marR="0" rtl="0" algn="l">
              <a:spcBef>
                <a:spcPts val="800"/>
              </a:spcBef>
              <a:spcAft>
                <a:spcPts val="0"/>
              </a:spcAft>
              <a:buNone/>
            </a:pPr>
            <a:r>
              <a:t/>
            </a:r>
            <a:endParaRPr sz="1900">
              <a:solidFill>
                <a:schemeClr val="dk1"/>
              </a:solidFill>
              <a:latin typeface="Trebuchet MS"/>
              <a:ea typeface="Trebuchet MS"/>
              <a:cs typeface="Trebuchet MS"/>
              <a:sym typeface="Trebuchet MS"/>
            </a:endParaRPr>
          </a:p>
          <a:p>
            <a:pPr indent="0" lvl="0" marL="0" marR="0" rtl="0" algn="l">
              <a:spcBef>
                <a:spcPts val="800"/>
              </a:spcBef>
              <a:spcAft>
                <a:spcPts val="0"/>
              </a:spcAft>
              <a:buNone/>
            </a:pPr>
            <a:r>
              <a:rPr b="1" lang="en-US" sz="1900">
                <a:solidFill>
                  <a:schemeClr val="dk1"/>
                </a:solidFill>
                <a:latin typeface="Trebuchet MS"/>
                <a:ea typeface="Trebuchet MS"/>
                <a:cs typeface="Trebuchet MS"/>
                <a:sym typeface="Trebuchet MS"/>
              </a:rPr>
              <a:t>Visualization</a:t>
            </a:r>
            <a:endParaRPr b="1" sz="1200">
              <a:solidFill>
                <a:schemeClr val="dk1"/>
              </a:solidFill>
            </a:endParaRPr>
          </a:p>
          <a:p>
            <a:pPr indent="0" lvl="0" marL="0" marR="0" rtl="0" algn="l">
              <a:spcBef>
                <a:spcPts val="800"/>
              </a:spcBef>
              <a:spcAft>
                <a:spcPts val="0"/>
              </a:spcAft>
              <a:buNone/>
            </a:pPr>
            <a:r>
              <a:rPr lang="en-US" sz="1900">
                <a:solidFill>
                  <a:schemeClr val="dk1"/>
                </a:solidFill>
                <a:latin typeface="Trebuchet MS"/>
                <a:ea typeface="Trebuchet MS"/>
                <a:cs typeface="Trebuchet MS"/>
                <a:sym typeface="Trebuchet MS"/>
              </a:rPr>
              <a:t>• Matplotlib</a:t>
            </a:r>
            <a:endParaRPr sz="1200">
              <a:solidFill>
                <a:schemeClr val="dk1"/>
              </a:solidFill>
            </a:endParaRPr>
          </a:p>
          <a:p>
            <a:pPr indent="0" lvl="0" marL="0" marR="0" rtl="0" algn="l">
              <a:spcBef>
                <a:spcPts val="800"/>
              </a:spcBef>
              <a:spcAft>
                <a:spcPts val="0"/>
              </a:spcAft>
              <a:buNone/>
            </a:pPr>
            <a:r>
              <a:rPr lang="en-US" sz="1900">
                <a:solidFill>
                  <a:schemeClr val="dk1"/>
                </a:solidFill>
                <a:latin typeface="Trebuchet MS"/>
                <a:ea typeface="Trebuchet MS"/>
                <a:cs typeface="Trebuchet MS"/>
                <a:sym typeface="Trebuchet MS"/>
              </a:rPr>
              <a:t>• Seaborn</a:t>
            </a:r>
            <a:endParaRPr sz="1200">
              <a:solidFill>
                <a:schemeClr val="dk1"/>
              </a:solidFill>
            </a:endParaRPr>
          </a:p>
          <a:p>
            <a:pPr indent="0" lvl="0" marL="0" marR="0" rtl="0" algn="l">
              <a:spcBef>
                <a:spcPts val="800"/>
              </a:spcBef>
              <a:spcAft>
                <a:spcPts val="0"/>
              </a:spcAft>
              <a:buNone/>
            </a:pPr>
            <a:r>
              <a:t/>
            </a:r>
            <a:endParaRPr sz="1900">
              <a:solidFill>
                <a:schemeClr val="dk1"/>
              </a:solidFill>
              <a:latin typeface="Trebuchet MS"/>
              <a:ea typeface="Trebuchet MS"/>
              <a:cs typeface="Trebuchet MS"/>
              <a:sym typeface="Trebuchet MS"/>
            </a:endParaRPr>
          </a:p>
          <a:p>
            <a:pPr indent="0" lvl="0" marL="0" marR="0" rtl="0" algn="l">
              <a:spcBef>
                <a:spcPts val="800"/>
              </a:spcBef>
              <a:spcAft>
                <a:spcPts val="0"/>
              </a:spcAft>
              <a:buNone/>
            </a:pPr>
            <a:r>
              <a:rPr b="1" lang="en-US" sz="1900">
                <a:solidFill>
                  <a:schemeClr val="dk1"/>
                </a:solidFill>
                <a:latin typeface="Trebuchet MS"/>
                <a:ea typeface="Trebuchet MS"/>
                <a:cs typeface="Trebuchet MS"/>
                <a:sym typeface="Trebuchet MS"/>
              </a:rPr>
              <a:t>Development Environment</a:t>
            </a:r>
            <a:endParaRPr b="1" sz="1200">
              <a:solidFill>
                <a:schemeClr val="dk1"/>
              </a:solidFill>
            </a:endParaRPr>
          </a:p>
          <a:p>
            <a:pPr indent="0" lvl="0" marL="0" marR="0" rtl="0" algn="l">
              <a:spcBef>
                <a:spcPts val="800"/>
              </a:spcBef>
              <a:spcAft>
                <a:spcPts val="0"/>
              </a:spcAft>
              <a:buNone/>
            </a:pPr>
            <a:r>
              <a:rPr lang="en-US" sz="1900">
                <a:solidFill>
                  <a:schemeClr val="dk1"/>
                </a:solidFill>
                <a:latin typeface="Trebuchet MS"/>
                <a:ea typeface="Trebuchet MS"/>
                <a:cs typeface="Trebuchet MS"/>
                <a:sym typeface="Trebuchet MS"/>
              </a:rPr>
              <a:t>• Google Colab / Jupyter Notebook</a:t>
            </a:r>
            <a:endParaRPr sz="1200">
              <a:solidFill>
                <a:schemeClr val="dk1"/>
              </a:solidFill>
            </a:endParaRPr>
          </a:p>
          <a:p>
            <a:pPr indent="0" lvl="0" marL="0" marR="0" rtl="0" algn="l">
              <a:spcBef>
                <a:spcPts val="800"/>
              </a:spcBef>
              <a:spcAft>
                <a:spcPts val="0"/>
              </a:spcAft>
              <a:buNone/>
            </a:pPr>
            <a:r>
              <a:t/>
            </a:r>
            <a:endParaRPr sz="1900">
              <a:solidFill>
                <a:schemeClr val="dk1"/>
              </a:solidFill>
              <a:latin typeface="Trebuchet MS"/>
              <a:ea typeface="Trebuchet MS"/>
              <a:cs typeface="Trebuchet MS"/>
              <a:sym typeface="Trebuchet MS"/>
            </a:endParaRPr>
          </a:p>
          <a:p>
            <a:pPr indent="0" lvl="0" marL="0" marR="0" rtl="0" algn="l">
              <a:spcBef>
                <a:spcPts val="800"/>
              </a:spcBef>
              <a:spcAft>
                <a:spcPts val="0"/>
              </a:spcAft>
              <a:buNone/>
            </a:pPr>
            <a:r>
              <a:rPr b="1" lang="en-US" sz="1900">
                <a:solidFill>
                  <a:schemeClr val="dk1"/>
                </a:solidFill>
                <a:latin typeface="Trebuchet MS"/>
                <a:ea typeface="Trebuchet MS"/>
                <a:cs typeface="Trebuchet MS"/>
                <a:sym typeface="Trebuchet MS"/>
              </a:rPr>
              <a:t>Version Control &amp; Project Hosting</a:t>
            </a:r>
            <a:endParaRPr b="1" sz="1200">
              <a:solidFill>
                <a:schemeClr val="dk1"/>
              </a:solidFill>
            </a:endParaRPr>
          </a:p>
          <a:p>
            <a:pPr indent="0" lvl="0" marL="0" marR="0" rtl="0" algn="l">
              <a:spcBef>
                <a:spcPts val="800"/>
              </a:spcBef>
              <a:spcAft>
                <a:spcPts val="0"/>
              </a:spcAft>
              <a:buNone/>
            </a:pPr>
            <a:r>
              <a:rPr lang="en-US" sz="1900">
                <a:solidFill>
                  <a:schemeClr val="dk1"/>
                </a:solidFill>
                <a:latin typeface="Trebuchet MS"/>
                <a:ea typeface="Trebuchet MS"/>
                <a:cs typeface="Trebuchet MS"/>
                <a:sym typeface="Trebuchet MS"/>
              </a:rPr>
              <a:t>• GitHub</a:t>
            </a:r>
            <a:endParaRPr sz="12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2"/>
                                        </p:tgtEl>
                                        <p:attrNameLst>
                                          <p:attrName>style.visibility</p:attrName>
                                        </p:attrNameLst>
                                      </p:cBhvr>
                                      <p:to>
                                        <p:strVal val="visible"/>
                                      </p:to>
                                    </p:set>
                                    <p:anim calcmode="lin" valueType="num">
                                      <p:cBhvr additive="base">
                                        <p:cTn dur="500"/>
                                        <p:tgtEl>
                                          <p:spTgt spid="232"/>
                                        </p:tgtEl>
                                        <p:attrNameLst>
                                          <p:attrName>ppt_w</p:attrName>
                                        </p:attrNameLst>
                                      </p:cBhvr>
                                      <p:tavLst>
                                        <p:tav fmla="" tm="0">
                                          <p:val>
                                            <p:strVal val="0"/>
                                          </p:val>
                                        </p:tav>
                                        <p:tav fmla="" tm="100000">
                                          <p:val>
                                            <p:strVal val="#ppt_w"/>
                                          </p:val>
                                        </p:tav>
                                      </p:tavLst>
                                    </p:anim>
                                    <p:anim calcmode="lin" valueType="num">
                                      <p:cBhvr additive="base">
                                        <p:cTn dur="500"/>
                                        <p:tgtEl>
                                          <p:spTgt spid="23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p28"/>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39" name="Google Shape;239;p28"/>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RESULTS </a:t>
            </a:r>
            <a:endParaRPr/>
          </a:p>
          <a:p>
            <a:pPr indent="0" lvl="0" marL="0" rtl="0" algn="l">
              <a:spcBef>
                <a:spcPts val="0"/>
              </a:spcBef>
              <a:spcAft>
                <a:spcPts val="0"/>
              </a:spcAft>
              <a:buClr>
                <a:schemeClr val="dk1"/>
              </a:buClr>
              <a:buSzPct val="100000"/>
              <a:buFont typeface="Trebuchet MS"/>
              <a:buNone/>
            </a:pPr>
            <a:r>
              <a:t/>
            </a:r>
            <a:endParaRPr sz="2800"/>
          </a:p>
        </p:txBody>
      </p:sp>
      <p:sp>
        <p:nvSpPr>
          <p:cNvPr id="240" name="Google Shape;240;p28"/>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41" name="Google Shape;241;p28"/>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descr="season_distribution.png" id="242" name="Google Shape;242;p28"/>
          <p:cNvPicPr preferRelativeResize="0"/>
          <p:nvPr/>
        </p:nvPicPr>
        <p:blipFill rotWithShape="1">
          <a:blip r:embed="rId4">
            <a:alphaModFix/>
          </a:blip>
          <a:srcRect b="0" l="0" r="0" t="0"/>
          <a:stretch/>
        </p:blipFill>
        <p:spPr>
          <a:xfrm>
            <a:off x="914400" y="1234440"/>
            <a:ext cx="5760720" cy="4023360"/>
          </a:xfrm>
          <a:prstGeom prst="rect">
            <a:avLst/>
          </a:prstGeom>
          <a:noFill/>
          <a:ln>
            <a:noFill/>
          </a:ln>
        </p:spPr>
      </p:pic>
      <p:sp>
        <p:nvSpPr>
          <p:cNvPr id="243" name="Google Shape;243;p28"/>
          <p:cNvSpPr txBox="1"/>
          <p:nvPr/>
        </p:nvSpPr>
        <p:spPr>
          <a:xfrm>
            <a:off x="7019350" y="1417320"/>
            <a:ext cx="3931800" cy="3632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900">
                <a:solidFill>
                  <a:schemeClr val="dk1"/>
                </a:solidFill>
                <a:latin typeface="Trebuchet MS"/>
                <a:ea typeface="Trebuchet MS"/>
                <a:cs typeface="Trebuchet MS"/>
                <a:sym typeface="Trebuchet MS"/>
              </a:rPr>
              <a:t>RESULT 1 – DATA &amp; UNIVARIATE ANALYSIS</a:t>
            </a:r>
            <a:br>
              <a:rPr lang="en-US" sz="2000">
                <a:solidFill>
                  <a:schemeClr val="dk1"/>
                </a:solidFill>
                <a:latin typeface="Trebuchet MS"/>
                <a:ea typeface="Trebuchet MS"/>
                <a:cs typeface="Trebuchet MS"/>
                <a:sym typeface="Trebuchet MS"/>
              </a:rPr>
            </a:br>
            <a:br>
              <a:rPr lang="en-US" sz="2000">
                <a:solidFill>
                  <a:schemeClr val="dk1"/>
                </a:solidFill>
                <a:latin typeface="Trebuchet MS"/>
                <a:ea typeface="Trebuchet MS"/>
                <a:cs typeface="Trebuchet MS"/>
                <a:sym typeface="Trebuchet MS"/>
              </a:rPr>
            </a:br>
            <a:r>
              <a:rPr b="0" lang="en-US" sz="1900">
                <a:solidFill>
                  <a:schemeClr val="dk1"/>
                </a:solidFill>
                <a:latin typeface="Trebuchet MS"/>
                <a:ea typeface="Trebuchet MS"/>
                <a:cs typeface="Trebuchet MS"/>
                <a:sym typeface="Trebuchet MS"/>
              </a:rPr>
              <a:t>The dataset was reviewed for structure, data quality, variables and descriptive statistics.</a:t>
            </a:r>
            <a:br>
              <a:rPr lang="en-US" sz="2000">
                <a:solidFill>
                  <a:schemeClr val="dk1"/>
                </a:solidFill>
                <a:latin typeface="Trebuchet MS"/>
                <a:ea typeface="Trebuchet MS"/>
                <a:cs typeface="Trebuchet MS"/>
                <a:sym typeface="Trebuchet MS"/>
              </a:rPr>
            </a:br>
            <a:br>
              <a:rPr lang="en-US" sz="2000">
                <a:solidFill>
                  <a:schemeClr val="dk1"/>
                </a:solidFill>
                <a:latin typeface="Trebuchet MS"/>
                <a:ea typeface="Trebuchet MS"/>
                <a:cs typeface="Trebuchet MS"/>
                <a:sym typeface="Trebuchet MS"/>
              </a:rPr>
            </a:br>
            <a:r>
              <a:rPr b="0" lang="en-US" sz="1900">
                <a:solidFill>
                  <a:schemeClr val="dk1"/>
                </a:solidFill>
                <a:latin typeface="Trebuchet MS"/>
                <a:ea typeface="Trebuchet MS"/>
                <a:cs typeface="Trebuchet MS"/>
                <a:sym typeface="Trebuchet MS"/>
              </a:rPr>
              <a:t>The season distribution was visualized to understand how records are distributed across the available seasonal categories before deeper comparisons.</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9"/>
                                        </p:tgtEl>
                                        <p:attrNameLst>
                                          <p:attrName>style.visibility</p:attrName>
                                        </p:attrNameLst>
                                      </p:cBhvr>
                                      <p:to>
                                        <p:strVal val="visible"/>
                                      </p:to>
                                    </p:set>
                                    <p:anim calcmode="lin" valueType="num">
                                      <p:cBhvr additive="base">
                                        <p:cTn dur="500"/>
                                        <p:tgtEl>
                                          <p:spTgt spid="239"/>
                                        </p:tgtEl>
                                        <p:attrNameLst>
                                          <p:attrName>ppt_w</p:attrName>
                                        </p:attrNameLst>
                                      </p:cBhvr>
                                      <p:tavLst>
                                        <p:tav fmla="" tm="0">
                                          <p:val>
                                            <p:strVal val="0"/>
                                          </p:val>
                                        </p:tav>
                                        <p:tav fmla="" tm="100000">
                                          <p:val>
                                            <p:strVal val="#ppt_w"/>
                                          </p:val>
                                        </p:tav>
                                      </p:tavLst>
                                    </p:anim>
                                    <p:anim calcmode="lin" valueType="num">
                                      <p:cBhvr additive="base">
                                        <p:cTn dur="500"/>
                                        <p:tgtEl>
                                          <p:spTgt spid="23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p29"/>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49" name="Google Shape;249;p29"/>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RESULTS </a:t>
            </a:r>
            <a:endParaRPr/>
          </a:p>
          <a:p>
            <a:pPr indent="0" lvl="0" marL="0" rtl="0" algn="l">
              <a:spcBef>
                <a:spcPts val="0"/>
              </a:spcBef>
              <a:spcAft>
                <a:spcPts val="0"/>
              </a:spcAft>
              <a:buClr>
                <a:schemeClr val="dk1"/>
              </a:buClr>
              <a:buSzPct val="100000"/>
              <a:buFont typeface="Trebuchet MS"/>
              <a:buNone/>
            </a:pPr>
            <a:r>
              <a:t/>
            </a:r>
            <a:endParaRPr sz="2800"/>
          </a:p>
        </p:txBody>
      </p:sp>
      <p:sp>
        <p:nvSpPr>
          <p:cNvPr id="250" name="Google Shape;250;p29"/>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51" name="Google Shape;251;p29"/>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descr="yield_by_season.png" id="252" name="Google Shape;252;p29"/>
          <p:cNvPicPr preferRelativeResize="0"/>
          <p:nvPr/>
        </p:nvPicPr>
        <p:blipFill rotWithShape="1">
          <a:blip r:embed="rId4">
            <a:alphaModFix/>
          </a:blip>
          <a:srcRect b="0" l="0" r="0" t="0"/>
          <a:stretch/>
        </p:blipFill>
        <p:spPr>
          <a:xfrm>
            <a:off x="914400" y="1234440"/>
            <a:ext cx="5760720" cy="4023360"/>
          </a:xfrm>
          <a:prstGeom prst="rect">
            <a:avLst/>
          </a:prstGeom>
          <a:noFill/>
          <a:ln>
            <a:noFill/>
          </a:ln>
        </p:spPr>
      </p:pic>
      <p:sp>
        <p:nvSpPr>
          <p:cNvPr id="253" name="Google Shape;253;p29"/>
          <p:cNvSpPr txBox="1"/>
          <p:nvPr/>
        </p:nvSpPr>
        <p:spPr>
          <a:xfrm>
            <a:off x="6858000" y="1417320"/>
            <a:ext cx="3931800" cy="4233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900">
                <a:solidFill>
                  <a:schemeClr val="dk1"/>
                </a:solidFill>
                <a:latin typeface="Trebuchet MS"/>
                <a:ea typeface="Trebuchet MS"/>
                <a:cs typeface="Trebuchet MS"/>
                <a:sym typeface="Trebuchet MS"/>
              </a:rPr>
              <a:t>RESULT 2 – SEASONAL YIELD</a:t>
            </a:r>
            <a:br>
              <a:rPr lang="en-US" sz="2000">
                <a:solidFill>
                  <a:schemeClr val="dk1"/>
                </a:solidFill>
                <a:latin typeface="Trebuchet MS"/>
                <a:ea typeface="Trebuchet MS"/>
                <a:cs typeface="Trebuchet MS"/>
                <a:sym typeface="Trebuchet MS"/>
              </a:rPr>
            </a:br>
            <a:br>
              <a:rPr lang="en-US" sz="2000">
                <a:solidFill>
                  <a:schemeClr val="dk1"/>
                </a:solidFill>
                <a:latin typeface="Trebuchet MS"/>
                <a:ea typeface="Trebuchet MS"/>
                <a:cs typeface="Trebuchet MS"/>
                <a:sym typeface="Trebuchet MS"/>
              </a:rPr>
            </a:br>
            <a:r>
              <a:rPr b="0" lang="en-US" sz="1900">
                <a:solidFill>
                  <a:schemeClr val="dk1"/>
                </a:solidFill>
                <a:latin typeface="Trebuchet MS"/>
                <a:ea typeface="Trebuchet MS"/>
                <a:cs typeface="Trebuchet MS"/>
                <a:sym typeface="Trebuchet MS"/>
              </a:rPr>
              <a:t>Kharif recorded the highest average yield at approximately 5.63 tonnes per hectare.</a:t>
            </a:r>
            <a:br>
              <a:rPr lang="en-US" sz="2000">
                <a:solidFill>
                  <a:schemeClr val="dk1"/>
                </a:solidFill>
                <a:latin typeface="Trebuchet MS"/>
                <a:ea typeface="Trebuchet MS"/>
                <a:cs typeface="Trebuchet MS"/>
                <a:sym typeface="Trebuchet MS"/>
              </a:rPr>
            </a:br>
            <a:br>
              <a:rPr lang="en-US" sz="2000">
                <a:solidFill>
                  <a:schemeClr val="dk1"/>
                </a:solidFill>
                <a:latin typeface="Trebuchet MS"/>
                <a:ea typeface="Trebuchet MS"/>
                <a:cs typeface="Trebuchet MS"/>
                <a:sym typeface="Trebuchet MS"/>
              </a:rPr>
            </a:br>
            <a:r>
              <a:rPr b="0" lang="en-US" sz="1900">
                <a:solidFill>
                  <a:schemeClr val="dk1"/>
                </a:solidFill>
                <a:latin typeface="Trebuchet MS"/>
                <a:ea typeface="Trebuchet MS"/>
                <a:cs typeface="Trebuchet MS"/>
                <a:sym typeface="Trebuchet MS"/>
              </a:rPr>
              <a:t>Rabi followed at approximately 5.04, while Zaid recorded approximately 4.64 tonnes per hectare.</a:t>
            </a:r>
            <a:br>
              <a:rPr lang="en-US" sz="2000">
                <a:solidFill>
                  <a:schemeClr val="dk1"/>
                </a:solidFill>
                <a:latin typeface="Trebuchet MS"/>
                <a:ea typeface="Trebuchet MS"/>
                <a:cs typeface="Trebuchet MS"/>
                <a:sym typeface="Trebuchet MS"/>
              </a:rPr>
            </a:br>
            <a:br>
              <a:rPr lang="en-US" sz="2000">
                <a:solidFill>
                  <a:schemeClr val="dk1"/>
                </a:solidFill>
                <a:latin typeface="Trebuchet MS"/>
                <a:ea typeface="Trebuchet MS"/>
                <a:cs typeface="Trebuchet MS"/>
                <a:sym typeface="Trebuchet MS"/>
              </a:rPr>
            </a:br>
            <a:r>
              <a:rPr b="0" lang="en-US" sz="1900">
                <a:solidFill>
                  <a:schemeClr val="dk1"/>
                </a:solidFill>
                <a:latin typeface="Trebuchet MS"/>
                <a:ea typeface="Trebuchet MS"/>
                <a:cs typeface="Trebuchet MS"/>
                <a:sym typeface="Trebuchet MS"/>
              </a:rPr>
              <a:t>This indicates a clear seasonal variation in agricultural yield within the available dataset.</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9"/>
                                        </p:tgtEl>
                                        <p:attrNameLst>
                                          <p:attrName>style.visibility</p:attrName>
                                        </p:attrNameLst>
                                      </p:cBhvr>
                                      <p:to>
                                        <p:strVal val="visible"/>
                                      </p:to>
                                    </p:set>
                                    <p:anim calcmode="lin" valueType="num">
                                      <p:cBhvr additive="base">
                                        <p:cTn dur="500"/>
                                        <p:tgtEl>
                                          <p:spTgt spid="249"/>
                                        </p:tgtEl>
                                        <p:attrNameLst>
                                          <p:attrName>ppt_w</p:attrName>
                                        </p:attrNameLst>
                                      </p:cBhvr>
                                      <p:tavLst>
                                        <p:tav fmla="" tm="0">
                                          <p:val>
                                            <p:strVal val="0"/>
                                          </p:val>
                                        </p:tav>
                                        <p:tav fmla="" tm="100000">
                                          <p:val>
                                            <p:strVal val="#ppt_w"/>
                                          </p:val>
                                        </p:tav>
                                      </p:tavLst>
                                    </p:anim>
                                    <p:anim calcmode="lin" valueType="num">
                                      <p:cBhvr additive="base">
                                        <p:cTn dur="500"/>
                                        <p:tgtEl>
                                          <p:spTgt spid="24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30"/>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59" name="Google Shape;259;p30"/>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RESULTS </a:t>
            </a:r>
            <a:endParaRPr/>
          </a:p>
          <a:p>
            <a:pPr indent="0" lvl="0" marL="0" rtl="0" algn="l">
              <a:spcBef>
                <a:spcPts val="0"/>
              </a:spcBef>
              <a:spcAft>
                <a:spcPts val="0"/>
              </a:spcAft>
              <a:buClr>
                <a:schemeClr val="dk1"/>
              </a:buClr>
              <a:buSzPct val="100000"/>
              <a:buFont typeface="Trebuchet MS"/>
              <a:buNone/>
            </a:pPr>
            <a:r>
              <a:t/>
            </a:r>
            <a:endParaRPr sz="2800"/>
          </a:p>
        </p:txBody>
      </p:sp>
      <p:sp>
        <p:nvSpPr>
          <p:cNvPr id="260" name="Google Shape;260;p30"/>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61" name="Google Shape;261;p30"/>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descr="profit_by_season.png" id="262" name="Google Shape;262;p30"/>
          <p:cNvPicPr preferRelativeResize="0"/>
          <p:nvPr/>
        </p:nvPicPr>
        <p:blipFill rotWithShape="1">
          <a:blip r:embed="rId4">
            <a:alphaModFix/>
          </a:blip>
          <a:srcRect b="0" l="0" r="0" t="0"/>
          <a:stretch/>
        </p:blipFill>
        <p:spPr>
          <a:xfrm>
            <a:off x="914400" y="1234440"/>
            <a:ext cx="5760720" cy="4023360"/>
          </a:xfrm>
          <a:prstGeom prst="rect">
            <a:avLst/>
          </a:prstGeom>
          <a:noFill/>
          <a:ln>
            <a:noFill/>
          </a:ln>
        </p:spPr>
      </p:pic>
      <p:sp>
        <p:nvSpPr>
          <p:cNvPr id="263" name="Google Shape;263;p30"/>
          <p:cNvSpPr txBox="1"/>
          <p:nvPr/>
        </p:nvSpPr>
        <p:spPr>
          <a:xfrm>
            <a:off x="6858000" y="1417325"/>
            <a:ext cx="4134900" cy="4525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900">
                <a:solidFill>
                  <a:schemeClr val="dk1"/>
                </a:solidFill>
                <a:latin typeface="Trebuchet MS"/>
                <a:ea typeface="Trebuchet MS"/>
                <a:cs typeface="Trebuchet MS"/>
                <a:sym typeface="Trebuchet MS"/>
              </a:rPr>
              <a:t>RESULT 3 – ECONOMIC PERFORMANCE</a:t>
            </a:r>
            <a:br>
              <a:rPr lang="en-US" sz="2000">
                <a:solidFill>
                  <a:schemeClr val="dk1"/>
                </a:solidFill>
                <a:latin typeface="Trebuchet MS"/>
                <a:ea typeface="Trebuchet MS"/>
                <a:cs typeface="Trebuchet MS"/>
                <a:sym typeface="Trebuchet MS"/>
              </a:rPr>
            </a:br>
            <a:br>
              <a:rPr lang="en-US" sz="2000">
                <a:solidFill>
                  <a:schemeClr val="dk1"/>
                </a:solidFill>
                <a:latin typeface="Trebuchet MS"/>
                <a:ea typeface="Trebuchet MS"/>
                <a:cs typeface="Trebuchet MS"/>
                <a:sym typeface="Trebuchet MS"/>
              </a:rPr>
            </a:br>
            <a:r>
              <a:rPr b="0" lang="en-US" sz="1900">
                <a:solidFill>
                  <a:schemeClr val="dk1"/>
                </a:solidFill>
                <a:latin typeface="Trebuchet MS"/>
                <a:ea typeface="Trebuchet MS"/>
                <a:cs typeface="Trebuchet MS"/>
                <a:sym typeface="Trebuchet MS"/>
              </a:rPr>
              <a:t>Kharif recorded the highest average profit at approximately ₹178,914.65.</a:t>
            </a:r>
            <a:br>
              <a:rPr lang="en-US" sz="2000">
                <a:solidFill>
                  <a:schemeClr val="dk1"/>
                </a:solidFill>
                <a:latin typeface="Trebuchet MS"/>
                <a:ea typeface="Trebuchet MS"/>
                <a:cs typeface="Trebuchet MS"/>
                <a:sym typeface="Trebuchet MS"/>
              </a:rPr>
            </a:br>
            <a:br>
              <a:rPr lang="en-US" sz="2000">
                <a:solidFill>
                  <a:schemeClr val="dk1"/>
                </a:solidFill>
                <a:latin typeface="Trebuchet MS"/>
                <a:ea typeface="Trebuchet MS"/>
                <a:cs typeface="Trebuchet MS"/>
                <a:sym typeface="Trebuchet MS"/>
              </a:rPr>
            </a:br>
            <a:r>
              <a:rPr b="0" lang="en-US" sz="1900">
                <a:solidFill>
                  <a:schemeClr val="dk1"/>
                </a:solidFill>
                <a:latin typeface="Trebuchet MS"/>
                <a:ea typeface="Trebuchet MS"/>
                <a:cs typeface="Trebuchet MS"/>
                <a:sym typeface="Trebuchet MS"/>
              </a:rPr>
              <a:t>Rabi averaged approximately ₹87,689.47, while Zaid recorded an average loss of approximately ₹24,804.82.</a:t>
            </a:r>
            <a:br>
              <a:rPr lang="en-US" sz="2000">
                <a:solidFill>
                  <a:schemeClr val="dk1"/>
                </a:solidFill>
                <a:latin typeface="Trebuchet MS"/>
                <a:ea typeface="Trebuchet MS"/>
                <a:cs typeface="Trebuchet MS"/>
                <a:sym typeface="Trebuchet MS"/>
              </a:rPr>
            </a:br>
            <a:br>
              <a:rPr lang="en-US" sz="2000">
                <a:solidFill>
                  <a:schemeClr val="dk1"/>
                </a:solidFill>
                <a:latin typeface="Trebuchet MS"/>
                <a:ea typeface="Trebuchet MS"/>
                <a:cs typeface="Trebuchet MS"/>
                <a:sym typeface="Trebuchet MS"/>
              </a:rPr>
            </a:br>
            <a:r>
              <a:rPr b="0" lang="en-US" sz="1900">
                <a:solidFill>
                  <a:schemeClr val="dk1"/>
                </a:solidFill>
                <a:latin typeface="Trebuchet MS"/>
                <a:ea typeface="Trebuchet MS"/>
                <a:cs typeface="Trebuchet MS"/>
                <a:sym typeface="Trebuchet MS"/>
              </a:rPr>
              <a:t>The result highlights substantial differences in economic outcomes across seasons.</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9"/>
                                        </p:tgtEl>
                                        <p:attrNameLst>
                                          <p:attrName>style.visibility</p:attrName>
                                        </p:attrNameLst>
                                      </p:cBhvr>
                                      <p:to>
                                        <p:strVal val="visible"/>
                                      </p:to>
                                    </p:set>
                                    <p:anim calcmode="lin" valueType="num">
                                      <p:cBhvr additive="base">
                                        <p:cTn dur="500"/>
                                        <p:tgtEl>
                                          <p:spTgt spid="259"/>
                                        </p:tgtEl>
                                        <p:attrNameLst>
                                          <p:attrName>ppt_w</p:attrName>
                                        </p:attrNameLst>
                                      </p:cBhvr>
                                      <p:tavLst>
                                        <p:tav fmla="" tm="0">
                                          <p:val>
                                            <p:strVal val="0"/>
                                          </p:val>
                                        </p:tav>
                                        <p:tav fmla="" tm="100000">
                                          <p:val>
                                            <p:strVal val="#ppt_w"/>
                                          </p:val>
                                        </p:tav>
                                      </p:tavLst>
                                    </p:anim>
                                    <p:anim calcmode="lin" valueType="num">
                                      <p:cBhvr additive="base">
                                        <p:cTn dur="500"/>
                                        <p:tgtEl>
                                          <p:spTgt spid="25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1000"/>
                                        <p:tgtEl>
                                          <p:spTgt spid="2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1000"/>
                                        <p:tgtEl>
                                          <p:spTgt spid="2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pic>
        <p:nvPicPr>
          <p:cNvPr id="268" name="Google Shape;268;p3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69" name="Google Shape;269;p31"/>
          <p:cNvSpPr txBox="1"/>
          <p:nvPr>
            <p:ph type="title"/>
          </p:nvPr>
        </p:nvSpPr>
        <p:spPr>
          <a:xfrm>
            <a:off x="675957" y="283751"/>
            <a:ext cx="2981700" cy="8310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RESULTS </a:t>
            </a:r>
            <a:endParaRPr/>
          </a:p>
          <a:p>
            <a:pPr indent="0" lvl="0" marL="0" rtl="0" algn="l">
              <a:spcBef>
                <a:spcPts val="0"/>
              </a:spcBef>
              <a:spcAft>
                <a:spcPts val="0"/>
              </a:spcAft>
              <a:buClr>
                <a:schemeClr val="dk1"/>
              </a:buClr>
              <a:buSzPct val="100000"/>
              <a:buFont typeface="Trebuchet MS"/>
              <a:buNone/>
            </a:pPr>
            <a:r>
              <a:t/>
            </a:r>
            <a:endParaRPr sz="2800"/>
          </a:p>
        </p:txBody>
      </p:sp>
      <p:sp>
        <p:nvSpPr>
          <p:cNvPr id="270" name="Google Shape;270;p31"/>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71" name="Google Shape;271;p31"/>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72" name="Google Shape;272;p31"/>
          <p:cNvSpPr txBox="1"/>
          <p:nvPr/>
        </p:nvSpPr>
        <p:spPr>
          <a:xfrm>
            <a:off x="7826175" y="1275370"/>
            <a:ext cx="3931800" cy="3632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900">
                <a:solidFill>
                  <a:schemeClr val="dk1"/>
                </a:solidFill>
                <a:latin typeface="Trebuchet MS"/>
                <a:ea typeface="Trebuchet MS"/>
                <a:cs typeface="Trebuchet MS"/>
                <a:sym typeface="Trebuchet MS"/>
              </a:rPr>
              <a:t>RESULT 4 – CORRELATION ANALYSIS</a:t>
            </a:r>
            <a:br>
              <a:rPr lang="en-US" sz="2000">
                <a:solidFill>
                  <a:schemeClr val="dk1"/>
                </a:solidFill>
                <a:latin typeface="Trebuchet MS"/>
                <a:ea typeface="Trebuchet MS"/>
                <a:cs typeface="Trebuchet MS"/>
                <a:sym typeface="Trebuchet MS"/>
              </a:rPr>
            </a:br>
            <a:br>
              <a:rPr lang="en-US" sz="2000">
                <a:solidFill>
                  <a:schemeClr val="dk1"/>
                </a:solidFill>
                <a:latin typeface="Trebuchet MS"/>
                <a:ea typeface="Trebuchet MS"/>
                <a:cs typeface="Trebuchet MS"/>
                <a:sym typeface="Trebuchet MS"/>
              </a:rPr>
            </a:br>
            <a:r>
              <a:rPr b="0" lang="en-US" sz="1900">
                <a:solidFill>
                  <a:schemeClr val="dk1"/>
                </a:solidFill>
                <a:latin typeface="Trebuchet MS"/>
                <a:ea typeface="Trebuchet MS"/>
                <a:cs typeface="Trebuchet MS"/>
                <a:sym typeface="Trebuchet MS"/>
              </a:rPr>
              <a:t>Yield showed a strong positive association with:</a:t>
            </a:r>
            <a:br>
              <a:rPr lang="en-US" sz="2000">
                <a:solidFill>
                  <a:schemeClr val="dk1"/>
                </a:solidFill>
                <a:latin typeface="Trebuchet MS"/>
                <a:ea typeface="Trebuchet MS"/>
                <a:cs typeface="Trebuchet MS"/>
                <a:sym typeface="Trebuchet MS"/>
              </a:rPr>
            </a:br>
            <a:r>
              <a:rPr b="0" lang="en-US" sz="1900">
                <a:solidFill>
                  <a:schemeClr val="dk1"/>
                </a:solidFill>
                <a:latin typeface="Trebuchet MS"/>
                <a:ea typeface="Trebuchet MS"/>
                <a:cs typeface="Trebuchet MS"/>
                <a:sym typeface="Trebuchet MS"/>
              </a:rPr>
              <a:t>• Water efficiency (approximately 0.91)</a:t>
            </a:r>
            <a:br>
              <a:rPr lang="en-US" sz="2000">
                <a:solidFill>
                  <a:schemeClr val="dk1"/>
                </a:solidFill>
                <a:latin typeface="Trebuchet MS"/>
                <a:ea typeface="Trebuchet MS"/>
                <a:cs typeface="Trebuchet MS"/>
                <a:sym typeface="Trebuchet MS"/>
              </a:rPr>
            </a:br>
            <a:r>
              <a:rPr b="0" lang="en-US" sz="1900">
                <a:solidFill>
                  <a:schemeClr val="dk1"/>
                </a:solidFill>
                <a:latin typeface="Trebuchet MS"/>
                <a:ea typeface="Trebuchet MS"/>
                <a:cs typeface="Trebuchet MS"/>
                <a:sym typeface="Trebuchet MS"/>
              </a:rPr>
              <a:t>• Production (approximately 0.88)</a:t>
            </a:r>
            <a:br>
              <a:rPr lang="en-US" sz="2000">
                <a:solidFill>
                  <a:schemeClr val="dk1"/>
                </a:solidFill>
                <a:latin typeface="Trebuchet MS"/>
                <a:ea typeface="Trebuchet MS"/>
                <a:cs typeface="Trebuchet MS"/>
                <a:sym typeface="Trebuchet MS"/>
              </a:rPr>
            </a:br>
            <a:br>
              <a:rPr lang="en-US" sz="2000">
                <a:solidFill>
                  <a:schemeClr val="dk1"/>
                </a:solidFill>
                <a:latin typeface="Trebuchet MS"/>
                <a:ea typeface="Trebuchet MS"/>
                <a:cs typeface="Trebuchet MS"/>
                <a:sym typeface="Trebuchet MS"/>
              </a:rPr>
            </a:br>
            <a:r>
              <a:rPr b="0" lang="en-US" sz="1900">
                <a:solidFill>
                  <a:schemeClr val="dk1"/>
                </a:solidFill>
                <a:latin typeface="Trebuchet MS"/>
                <a:ea typeface="Trebuchet MS"/>
                <a:cs typeface="Trebuchet MS"/>
                <a:sym typeface="Trebuchet MS"/>
              </a:rPr>
              <a:t>These are associations observed in the dataset. Correlation does not establish causation.</a:t>
            </a:r>
            <a:endParaRPr sz="1600"/>
          </a:p>
        </p:txBody>
      </p:sp>
      <p:pic>
        <p:nvPicPr>
          <p:cNvPr id="273" name="Google Shape;273;p31"/>
          <p:cNvPicPr preferRelativeResize="0"/>
          <p:nvPr/>
        </p:nvPicPr>
        <p:blipFill>
          <a:blip r:embed="rId4">
            <a:alphaModFix/>
          </a:blip>
          <a:stretch>
            <a:fillRect/>
          </a:stretch>
        </p:blipFill>
        <p:spPr>
          <a:xfrm>
            <a:off x="675950" y="917775"/>
            <a:ext cx="7150226" cy="5829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69"/>
                                        </p:tgtEl>
                                        <p:attrNameLst>
                                          <p:attrName>style.visibility</p:attrName>
                                        </p:attrNameLst>
                                      </p:cBhvr>
                                      <p:to>
                                        <p:strVal val="visible"/>
                                      </p:to>
                                    </p:set>
                                    <p:anim calcmode="lin" valueType="num">
                                      <p:cBhvr additive="base">
                                        <p:cTn dur="500"/>
                                        <p:tgtEl>
                                          <p:spTgt spid="269"/>
                                        </p:tgtEl>
                                        <p:attrNameLst>
                                          <p:attrName>ppt_w</p:attrName>
                                        </p:attrNameLst>
                                      </p:cBhvr>
                                      <p:tavLst>
                                        <p:tav fmla="" tm="0">
                                          <p:val>
                                            <p:strVal val="0"/>
                                          </p:val>
                                        </p:tav>
                                        <p:tav fmla="" tm="100000">
                                          <p:val>
                                            <p:strVal val="#ppt_w"/>
                                          </p:val>
                                        </p:tav>
                                      </p:tavLst>
                                    </p:anim>
                                    <p:anim calcmode="lin" valueType="num">
                                      <p:cBhvr additive="base">
                                        <p:cTn dur="500"/>
                                        <p:tgtEl>
                                          <p:spTgt spid="26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1000"/>
                                        <p:tgtEl>
                                          <p:spTgt spid="2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1000"/>
                                        <p:tgtEl>
                                          <p:spTgt spid="2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p32"/>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79" name="Google Shape;279;p32"/>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RESULTS </a:t>
            </a:r>
            <a:endParaRPr/>
          </a:p>
          <a:p>
            <a:pPr indent="0" lvl="0" marL="0" rtl="0" algn="l">
              <a:spcBef>
                <a:spcPts val="0"/>
              </a:spcBef>
              <a:spcAft>
                <a:spcPts val="0"/>
              </a:spcAft>
              <a:buClr>
                <a:schemeClr val="dk1"/>
              </a:buClr>
              <a:buSzPct val="100000"/>
              <a:buFont typeface="Trebuchet MS"/>
              <a:buNone/>
            </a:pPr>
            <a:r>
              <a:t/>
            </a:r>
            <a:endParaRPr sz="2800"/>
          </a:p>
        </p:txBody>
      </p:sp>
      <p:sp>
        <p:nvSpPr>
          <p:cNvPr id="280" name="Google Shape;280;p32"/>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81" name="Google Shape;281;p32"/>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descr="irrigation_yield.png" id="282" name="Google Shape;282;p32"/>
          <p:cNvPicPr preferRelativeResize="0"/>
          <p:nvPr/>
        </p:nvPicPr>
        <p:blipFill rotWithShape="1">
          <a:blip r:embed="rId4">
            <a:alphaModFix/>
          </a:blip>
          <a:srcRect b="0" l="0" r="0" t="0"/>
          <a:stretch/>
        </p:blipFill>
        <p:spPr>
          <a:xfrm>
            <a:off x="914400" y="1234440"/>
            <a:ext cx="5760720" cy="4023360"/>
          </a:xfrm>
          <a:prstGeom prst="rect">
            <a:avLst/>
          </a:prstGeom>
          <a:noFill/>
          <a:ln>
            <a:noFill/>
          </a:ln>
        </p:spPr>
      </p:pic>
      <p:sp>
        <p:nvSpPr>
          <p:cNvPr id="283" name="Google Shape;283;p32"/>
          <p:cNvSpPr txBox="1"/>
          <p:nvPr/>
        </p:nvSpPr>
        <p:spPr>
          <a:xfrm>
            <a:off x="6858000" y="1417320"/>
            <a:ext cx="3931800" cy="4509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900">
                <a:solidFill>
                  <a:schemeClr val="dk1"/>
                </a:solidFill>
                <a:latin typeface="Trebuchet MS"/>
                <a:ea typeface="Trebuchet MS"/>
                <a:cs typeface="Trebuchet MS"/>
                <a:sym typeface="Trebuchet MS"/>
              </a:rPr>
              <a:t>RESULT 5 – IRRIGATION &amp; SEASONAL PERFORMANCE</a:t>
            </a:r>
            <a:br>
              <a:rPr lang="en-US" sz="2000">
                <a:solidFill>
                  <a:schemeClr val="dk1"/>
                </a:solidFill>
                <a:latin typeface="Trebuchet MS"/>
                <a:ea typeface="Trebuchet MS"/>
                <a:cs typeface="Trebuchet MS"/>
                <a:sym typeface="Trebuchet MS"/>
              </a:rPr>
            </a:br>
            <a:br>
              <a:rPr lang="en-US" sz="2000">
                <a:solidFill>
                  <a:schemeClr val="dk1"/>
                </a:solidFill>
                <a:latin typeface="Trebuchet MS"/>
                <a:ea typeface="Trebuchet MS"/>
                <a:cs typeface="Trebuchet MS"/>
                <a:sym typeface="Trebuchet MS"/>
              </a:rPr>
            </a:br>
            <a:r>
              <a:rPr b="0" lang="en-US" sz="1900">
                <a:solidFill>
                  <a:schemeClr val="dk1"/>
                </a:solidFill>
                <a:latin typeface="Trebuchet MS"/>
                <a:ea typeface="Trebuchet MS"/>
                <a:cs typeface="Trebuchet MS"/>
                <a:sym typeface="Trebuchet MS"/>
              </a:rPr>
              <a:t>Irrigation performance was compared across seasons.</a:t>
            </a:r>
            <a:br>
              <a:rPr lang="en-US" sz="2000">
                <a:solidFill>
                  <a:schemeClr val="dk1"/>
                </a:solidFill>
                <a:latin typeface="Trebuchet MS"/>
                <a:ea typeface="Trebuchet MS"/>
                <a:cs typeface="Trebuchet MS"/>
                <a:sym typeface="Trebuchet MS"/>
              </a:rPr>
            </a:br>
            <a:br>
              <a:rPr lang="en-US" sz="2000">
                <a:solidFill>
                  <a:schemeClr val="dk1"/>
                </a:solidFill>
                <a:latin typeface="Trebuchet MS"/>
                <a:ea typeface="Trebuchet MS"/>
                <a:cs typeface="Trebuchet MS"/>
                <a:sym typeface="Trebuchet MS"/>
              </a:rPr>
            </a:br>
            <a:r>
              <a:rPr b="0" lang="en-US" sz="1900">
                <a:solidFill>
                  <a:schemeClr val="dk1"/>
                </a:solidFill>
                <a:latin typeface="Trebuchet MS"/>
                <a:ea typeface="Trebuchet MS"/>
                <a:cs typeface="Trebuchet MS"/>
                <a:sym typeface="Trebuchet MS"/>
              </a:rPr>
              <a:t>The analysis helps identify how average yield differs by irrigation method and seasonal conditions. Drip irrigation showed strong performance in the examined seasonal groups, but results should be interpreted together with crop type and farm conditions.</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9"/>
                                        </p:tgtEl>
                                        <p:attrNameLst>
                                          <p:attrName>style.visibility</p:attrName>
                                        </p:attrNameLst>
                                      </p:cBhvr>
                                      <p:to>
                                        <p:strVal val="visible"/>
                                      </p:to>
                                    </p:set>
                                    <p:anim calcmode="lin" valueType="num">
                                      <p:cBhvr additive="base">
                                        <p:cTn dur="500"/>
                                        <p:tgtEl>
                                          <p:spTgt spid="279"/>
                                        </p:tgtEl>
                                        <p:attrNameLst>
                                          <p:attrName>ppt_w</p:attrName>
                                        </p:attrNameLst>
                                      </p:cBhvr>
                                      <p:tavLst>
                                        <p:tav fmla="" tm="0">
                                          <p:val>
                                            <p:strVal val="0"/>
                                          </p:val>
                                        </p:tav>
                                        <p:tav fmla="" tm="100000">
                                          <p:val>
                                            <p:strVal val="#ppt_w"/>
                                          </p:val>
                                        </p:tav>
                                      </p:tavLst>
                                    </p:anim>
                                    <p:anim calcmode="lin" valueType="num">
                                      <p:cBhvr additive="base">
                                        <p:cTn dur="500"/>
                                        <p:tgtEl>
                                          <p:spTgt spid="27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1000"/>
                                        <p:tgtEl>
                                          <p:spTgt spid="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pic>
        <p:nvPicPr>
          <p:cNvPr id="288" name="Google Shape;288;p3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89" name="Google Shape;289;p33"/>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sz="4000"/>
              <a:t>Future scope</a:t>
            </a:r>
            <a:endParaRPr/>
          </a:p>
          <a:p>
            <a:pPr indent="0" lvl="0" marL="0" rtl="0" algn="l">
              <a:spcBef>
                <a:spcPts val="0"/>
              </a:spcBef>
              <a:spcAft>
                <a:spcPts val="0"/>
              </a:spcAft>
              <a:buClr>
                <a:schemeClr val="dk1"/>
              </a:buClr>
              <a:buSzPct val="100000"/>
              <a:buFont typeface="Trebuchet MS"/>
              <a:buNone/>
            </a:pPr>
            <a:r>
              <a:t/>
            </a:r>
            <a:endParaRPr sz="2800"/>
          </a:p>
        </p:txBody>
      </p:sp>
      <p:sp>
        <p:nvSpPr>
          <p:cNvPr id="290" name="Google Shape;290;p33"/>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91" name="Google Shape;291;p33"/>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92" name="Google Shape;292;p33"/>
          <p:cNvSpPr txBox="1"/>
          <p:nvPr/>
        </p:nvSpPr>
        <p:spPr>
          <a:xfrm>
            <a:off x="640080" y="1417320"/>
            <a:ext cx="10149840" cy="42062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900">
                <a:solidFill>
                  <a:schemeClr val="dk1"/>
                </a:solidFill>
                <a:latin typeface="Trebuchet MS"/>
                <a:ea typeface="Trebuchet MS"/>
                <a:cs typeface="Trebuchet MS"/>
                <a:sym typeface="Trebuchet MS"/>
              </a:rPr>
              <a:t>• Include multi-year historical data for time-series and trend analysis</a:t>
            </a:r>
            <a:endParaRPr/>
          </a:p>
          <a:p>
            <a:pPr indent="0" lvl="0" marL="0" marR="0" rtl="0" algn="l">
              <a:spcBef>
                <a:spcPts val="800"/>
              </a:spcBef>
              <a:spcAft>
                <a:spcPts val="0"/>
              </a:spcAft>
              <a:buNone/>
            </a:pPr>
            <a:r>
              <a:rPr lang="en-US" sz="1900">
                <a:solidFill>
                  <a:schemeClr val="dk1"/>
                </a:solidFill>
                <a:latin typeface="Trebuchet MS"/>
                <a:ea typeface="Trebuchet MS"/>
                <a:cs typeface="Trebuchet MS"/>
                <a:sym typeface="Trebuchet MS"/>
              </a:rPr>
              <a:t>• Add weather forecasts and real-time agricultural data</a:t>
            </a:r>
            <a:endParaRPr/>
          </a:p>
          <a:p>
            <a:pPr indent="0" lvl="0" marL="0" marR="0" rtl="0" algn="l">
              <a:spcBef>
                <a:spcPts val="800"/>
              </a:spcBef>
              <a:spcAft>
                <a:spcPts val="0"/>
              </a:spcAft>
              <a:buNone/>
            </a:pPr>
            <a:r>
              <a:rPr lang="en-US" sz="1900">
                <a:solidFill>
                  <a:schemeClr val="dk1"/>
                </a:solidFill>
                <a:latin typeface="Trebuchet MS"/>
                <a:ea typeface="Trebuchet MS"/>
                <a:cs typeface="Trebuchet MS"/>
                <a:sym typeface="Trebuchet MS"/>
              </a:rPr>
              <a:t>• Perform crop-specific and region-specific deep-dive analysis</a:t>
            </a:r>
            <a:endParaRPr/>
          </a:p>
          <a:p>
            <a:pPr indent="0" lvl="0" marL="0" marR="0" rtl="0" algn="l">
              <a:spcBef>
                <a:spcPts val="800"/>
              </a:spcBef>
              <a:spcAft>
                <a:spcPts val="0"/>
              </a:spcAft>
              <a:buNone/>
            </a:pPr>
            <a:r>
              <a:rPr lang="en-US" sz="1900">
                <a:solidFill>
                  <a:schemeClr val="dk1"/>
                </a:solidFill>
                <a:latin typeface="Trebuchet MS"/>
                <a:ea typeface="Trebuchet MS"/>
                <a:cs typeface="Trebuchet MS"/>
                <a:sym typeface="Trebuchet MS"/>
              </a:rPr>
              <a:t>• Develop interactive dashboards for seasonal monitoring</a:t>
            </a:r>
            <a:endParaRPr/>
          </a:p>
          <a:p>
            <a:pPr indent="0" lvl="0" marL="0" marR="0" rtl="0" algn="l">
              <a:spcBef>
                <a:spcPts val="800"/>
              </a:spcBef>
              <a:spcAft>
                <a:spcPts val="0"/>
              </a:spcAft>
              <a:buNone/>
            </a:pPr>
            <a:r>
              <a:rPr lang="en-US" sz="1900">
                <a:solidFill>
                  <a:schemeClr val="dk1"/>
                </a:solidFill>
                <a:latin typeface="Trebuchet MS"/>
                <a:ea typeface="Trebuchet MS"/>
                <a:cs typeface="Trebuchet MS"/>
                <a:sym typeface="Trebuchet MS"/>
              </a:rPr>
              <a:t>• Extend the work with predictive models for yield or profitability forecasting</a:t>
            </a:r>
            <a:endParaRPr/>
          </a:p>
          <a:p>
            <a:pPr indent="0" lvl="0" marL="0" marR="0" rtl="0" algn="l">
              <a:spcBef>
                <a:spcPts val="800"/>
              </a:spcBef>
              <a:spcAft>
                <a:spcPts val="0"/>
              </a:spcAft>
              <a:buNone/>
            </a:pPr>
            <a:r>
              <a:rPr lang="en-US" sz="1900">
                <a:solidFill>
                  <a:schemeClr val="dk1"/>
                </a:solidFill>
                <a:latin typeface="Trebuchet MS"/>
                <a:ea typeface="Trebuchet MS"/>
                <a:cs typeface="Trebuchet MS"/>
                <a:sym typeface="Trebuchet MS"/>
              </a:rPr>
              <a:t>• Incorporate additional variables such as market demand, soil nutrients and extreme weather events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9"/>
                                        </p:tgtEl>
                                        <p:attrNameLst>
                                          <p:attrName>style.visibility</p:attrName>
                                        </p:attrNameLst>
                                      </p:cBhvr>
                                      <p:to>
                                        <p:strVal val="visible"/>
                                      </p:to>
                                    </p:set>
                                    <p:anim calcmode="lin" valueType="num">
                                      <p:cBhvr additive="base">
                                        <p:cTn dur="500"/>
                                        <p:tgtEl>
                                          <p:spTgt spid="289"/>
                                        </p:tgtEl>
                                        <p:attrNameLst>
                                          <p:attrName>ppt_w</p:attrName>
                                        </p:attrNameLst>
                                      </p:cBhvr>
                                      <p:tavLst>
                                        <p:tav fmla="" tm="0">
                                          <p:val>
                                            <p:strVal val="0"/>
                                          </p:val>
                                        </p:tav>
                                        <p:tav fmla="" tm="100000">
                                          <p:val>
                                            <p:strVal val="#ppt_w"/>
                                          </p:val>
                                        </p:tav>
                                      </p:tavLst>
                                    </p:anim>
                                    <p:anim calcmode="lin" valueType="num">
                                      <p:cBhvr additive="base">
                                        <p:cTn dur="500"/>
                                        <p:tgtEl>
                                          <p:spTgt spid="28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1000"/>
                                        <p:tgtEl>
                                          <p:spTgt spid="2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1000"/>
                                        <p:tgtEl>
                                          <p:spTgt spid="2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p34"/>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98" name="Google Shape;298;p34"/>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sz="4000"/>
              <a:t>GitHub Link</a:t>
            </a:r>
            <a:endParaRPr/>
          </a:p>
          <a:p>
            <a:pPr indent="0" lvl="0" marL="0" rtl="0" algn="l">
              <a:spcBef>
                <a:spcPts val="0"/>
              </a:spcBef>
              <a:spcAft>
                <a:spcPts val="0"/>
              </a:spcAft>
              <a:buClr>
                <a:schemeClr val="dk1"/>
              </a:buClr>
              <a:buSzPct val="100000"/>
              <a:buFont typeface="Trebuchet MS"/>
              <a:buNone/>
            </a:pPr>
            <a:r>
              <a:t/>
            </a:r>
            <a:endParaRPr sz="2800"/>
          </a:p>
        </p:txBody>
      </p:sp>
      <p:sp>
        <p:nvSpPr>
          <p:cNvPr id="299" name="Google Shape;299;p34"/>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00" name="Google Shape;300;p34"/>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01" name="Google Shape;301;p34"/>
          <p:cNvSpPr txBox="1"/>
          <p:nvPr/>
        </p:nvSpPr>
        <p:spPr>
          <a:xfrm>
            <a:off x="640080" y="1508760"/>
            <a:ext cx="10149900" cy="3786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rebuchet MS"/>
                <a:ea typeface="Trebuchet MS"/>
                <a:cs typeface="Trebuchet MS"/>
                <a:sym typeface="Trebuchet MS"/>
              </a:rPr>
              <a:t>Project Repository</a:t>
            </a:r>
            <a:endParaRPr b="1"/>
          </a:p>
          <a:p>
            <a:pPr indent="0" lvl="0" marL="0" marR="0" rtl="0" algn="l">
              <a:spcBef>
                <a:spcPts val="800"/>
              </a:spcBef>
              <a:spcAft>
                <a:spcPts val="0"/>
              </a:spcAft>
              <a:buNone/>
            </a:pPr>
            <a:r>
              <a:t/>
            </a:r>
            <a:endParaRPr sz="1800">
              <a:solidFill>
                <a:schemeClr val="dk1"/>
              </a:solidFill>
              <a:latin typeface="Trebuchet MS"/>
              <a:ea typeface="Trebuchet MS"/>
              <a:cs typeface="Trebuchet MS"/>
              <a:sym typeface="Trebuchet MS"/>
            </a:endParaRPr>
          </a:p>
          <a:p>
            <a:pPr indent="0" lvl="0" marL="0" marR="0" rtl="0" algn="l">
              <a:spcBef>
                <a:spcPts val="800"/>
              </a:spcBef>
              <a:spcAft>
                <a:spcPts val="0"/>
              </a:spcAft>
              <a:buNone/>
            </a:pPr>
            <a:r>
              <a:rPr b="1" lang="en-US" sz="1800" u="sng">
                <a:solidFill>
                  <a:schemeClr val="dk1"/>
                </a:solidFill>
                <a:latin typeface="Trebuchet MS"/>
                <a:ea typeface="Trebuchet MS"/>
                <a:cs typeface="Trebuchet MS"/>
                <a:sym typeface="Trebuchet MS"/>
                <a:hlinkClick r:id="rId4">
                  <a:extLst>
                    <a:ext uri="{A12FA001-AC4F-418D-AE19-62706E023703}">
                      <ahyp:hlinkClr val="tx"/>
                    </a:ext>
                  </a:extLst>
                </a:hlinkClick>
              </a:rPr>
              <a:t>https://github.com/ShreeShanth2556/Seasonal-Agriculture-Performance-Analysis</a:t>
            </a:r>
            <a:endParaRPr b="1">
              <a:solidFill>
                <a:schemeClr val="dk1"/>
              </a:solidFill>
            </a:endParaRPr>
          </a:p>
          <a:p>
            <a:pPr indent="0" lvl="0" marL="0" marR="0" rtl="0" algn="l">
              <a:spcBef>
                <a:spcPts val="800"/>
              </a:spcBef>
              <a:spcAft>
                <a:spcPts val="0"/>
              </a:spcAft>
              <a:buNone/>
            </a:pPr>
            <a:r>
              <a:t/>
            </a:r>
            <a:endParaRPr sz="1800" u="sng">
              <a:solidFill>
                <a:schemeClr val="hlink"/>
              </a:solidFill>
              <a:latin typeface="Trebuchet MS"/>
              <a:ea typeface="Trebuchet MS"/>
              <a:cs typeface="Trebuchet MS"/>
              <a:sym typeface="Trebuchet MS"/>
              <a:hlinkClick r:id="rId5"/>
            </a:endParaRPr>
          </a:p>
          <a:p>
            <a:pPr indent="0" lvl="0" marL="0" marR="0" rtl="0" algn="l">
              <a:spcBef>
                <a:spcPts val="800"/>
              </a:spcBef>
              <a:spcAft>
                <a:spcPts val="0"/>
              </a:spcAft>
              <a:buNone/>
            </a:pPr>
            <a:r>
              <a:rPr lang="en-US" sz="1800">
                <a:solidFill>
                  <a:schemeClr val="dk1"/>
                </a:solidFill>
                <a:latin typeface="Trebuchet MS"/>
                <a:ea typeface="Trebuchet MS"/>
                <a:cs typeface="Trebuchet MS"/>
                <a:sym typeface="Trebuchet MS"/>
              </a:rPr>
              <a:t>The repository contains:</a:t>
            </a:r>
            <a:endParaRPr/>
          </a:p>
          <a:p>
            <a:pPr indent="0" lvl="0" marL="0" marR="0" rtl="0" algn="l">
              <a:spcBef>
                <a:spcPts val="800"/>
              </a:spcBef>
              <a:spcAft>
                <a:spcPts val="0"/>
              </a:spcAft>
              <a:buNone/>
            </a:pPr>
            <a:r>
              <a:rPr lang="en-US" sz="1800">
                <a:solidFill>
                  <a:schemeClr val="dk1"/>
                </a:solidFill>
                <a:latin typeface="Trebuchet MS"/>
                <a:ea typeface="Trebuchet MS"/>
                <a:cs typeface="Trebuchet MS"/>
                <a:sym typeface="Trebuchet MS"/>
              </a:rPr>
              <a:t>• README.md</a:t>
            </a:r>
            <a:endParaRPr/>
          </a:p>
          <a:p>
            <a:pPr indent="0" lvl="0" marL="0" marR="0" rtl="0" algn="l">
              <a:spcBef>
                <a:spcPts val="800"/>
              </a:spcBef>
              <a:spcAft>
                <a:spcPts val="0"/>
              </a:spcAft>
              <a:buNone/>
            </a:pPr>
            <a:r>
              <a:rPr lang="en-US" sz="1800">
                <a:solidFill>
                  <a:schemeClr val="dk1"/>
                </a:solidFill>
                <a:latin typeface="Trebuchet MS"/>
                <a:ea typeface="Trebuchet MS"/>
                <a:cs typeface="Trebuchet MS"/>
                <a:sym typeface="Trebuchet MS"/>
              </a:rPr>
              <a:t>• Project PDF</a:t>
            </a:r>
            <a:endParaRPr/>
          </a:p>
          <a:p>
            <a:pPr indent="0" lvl="0" marL="0" marR="0" rtl="0" algn="l">
              <a:spcBef>
                <a:spcPts val="800"/>
              </a:spcBef>
              <a:spcAft>
                <a:spcPts val="0"/>
              </a:spcAft>
              <a:buNone/>
            </a:pPr>
            <a:r>
              <a:rPr lang="en-US" sz="1800">
                <a:solidFill>
                  <a:schemeClr val="dk1"/>
                </a:solidFill>
                <a:latin typeface="Trebuchet MS"/>
                <a:ea typeface="Trebuchet MS"/>
                <a:cs typeface="Trebuchet MS"/>
                <a:sym typeface="Trebuchet MS"/>
              </a:rPr>
              <a:t>• Jupyter Notebook (.ipynb)</a:t>
            </a:r>
            <a:endParaRPr/>
          </a:p>
          <a:p>
            <a:pPr indent="0" lvl="0" marL="0" marR="0" rtl="0" algn="l">
              <a:spcBef>
                <a:spcPts val="800"/>
              </a:spcBef>
              <a:spcAft>
                <a:spcPts val="0"/>
              </a:spcAft>
              <a:buNone/>
            </a:pPr>
            <a:r>
              <a:rPr lang="en-US" sz="1800">
                <a:solidFill>
                  <a:schemeClr val="dk1"/>
                </a:solidFill>
                <a:latin typeface="Trebuchet MS"/>
                <a:ea typeface="Trebuchet MS"/>
                <a:cs typeface="Trebuchet MS"/>
                <a:sym typeface="Trebuchet MS"/>
              </a:rPr>
              <a:t>• Agricultural dataset (.csv)</a:t>
            </a:r>
            <a:endParaRPr/>
          </a:p>
          <a:p>
            <a:pPr indent="0" lvl="0" marL="0" marR="0" rtl="0" algn="l">
              <a:spcBef>
                <a:spcPts val="800"/>
              </a:spcBef>
              <a:spcAft>
                <a:spcPts val="0"/>
              </a:spcAft>
              <a:buNone/>
            </a:pPr>
            <a:r>
              <a:rPr lang="en-US" sz="1800">
                <a:solidFill>
                  <a:schemeClr val="dk1"/>
                </a:solidFill>
                <a:latin typeface="Trebuchet MS"/>
                <a:ea typeface="Trebuchet MS"/>
                <a:cs typeface="Trebuchet MS"/>
                <a:sym typeface="Trebuchet MS"/>
              </a:rPr>
              <a:t>• Project presentation (.pptx)</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8"/>
                                        </p:tgtEl>
                                        <p:attrNameLst>
                                          <p:attrName>style.visibility</p:attrName>
                                        </p:attrNameLst>
                                      </p:cBhvr>
                                      <p:to>
                                        <p:strVal val="visible"/>
                                      </p:to>
                                    </p:set>
                                    <p:anim calcmode="lin" valueType="num">
                                      <p:cBhvr additive="base">
                                        <p:cTn dur="500"/>
                                        <p:tgtEl>
                                          <p:spTgt spid="298"/>
                                        </p:tgtEl>
                                        <p:attrNameLst>
                                          <p:attrName>ppt_w</p:attrName>
                                        </p:attrNameLst>
                                      </p:cBhvr>
                                      <p:tavLst>
                                        <p:tav fmla="" tm="0">
                                          <p:val>
                                            <p:strVal val="0"/>
                                          </p:val>
                                        </p:tav>
                                        <p:tav fmla="" tm="100000">
                                          <p:val>
                                            <p:strVal val="#ppt_w"/>
                                          </p:val>
                                        </p:tav>
                                      </p:tavLst>
                                    </p:anim>
                                    <p:anim calcmode="lin" valueType="num">
                                      <p:cBhvr additive="base">
                                        <p:cTn dur="500"/>
                                        <p:tgtEl>
                                          <p:spTgt spid="29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9"/>
                                        </p:tgtEl>
                                        <p:attrNameLst>
                                          <p:attrName>style.visibility</p:attrName>
                                        </p:attrNameLst>
                                      </p:cBhvr>
                                      <p:to>
                                        <p:strVal val="visible"/>
                                      </p:to>
                                    </p:set>
                                    <p:animEffect filter="fade" transition="in">
                                      <p:cBhvr>
                                        <p:cTn dur="1000"/>
                                        <p:tgtEl>
                                          <p:spTgt spid="2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1000"/>
                                        <p:tgtEl>
                                          <p:spTgt spid="3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pic>
        <p:nvPicPr>
          <p:cNvPr id="306" name="Google Shape;306;p35"/>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07" name="Google Shape;307;p35"/>
          <p:cNvSpPr txBox="1"/>
          <p:nvPr>
            <p:ph type="title"/>
          </p:nvPr>
        </p:nvSpPr>
        <p:spPr>
          <a:xfrm>
            <a:off x="675957" y="370589"/>
            <a:ext cx="8351388" cy="884658"/>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sz="3200"/>
              <a:t>VOIS Course completion certificate - </a:t>
            </a:r>
            <a:br>
              <a:rPr lang="en-US" sz="3200"/>
            </a:br>
            <a:r>
              <a:rPr lang="en-US" sz="3200"/>
              <a:t>Course name- Data Visualization </a:t>
            </a:r>
            <a:endParaRPr/>
          </a:p>
          <a:p>
            <a:pPr indent="0" lvl="0" marL="0" rtl="0" algn="l">
              <a:spcBef>
                <a:spcPts val="0"/>
              </a:spcBef>
              <a:spcAft>
                <a:spcPts val="0"/>
              </a:spcAft>
              <a:buClr>
                <a:schemeClr val="dk1"/>
              </a:buClr>
              <a:buSzPct val="100000"/>
              <a:buFont typeface="Trebuchet MS"/>
              <a:buNone/>
            </a:pPr>
            <a:r>
              <a:t/>
            </a:r>
            <a:endParaRPr sz="2200"/>
          </a:p>
        </p:txBody>
      </p:sp>
      <p:sp>
        <p:nvSpPr>
          <p:cNvPr id="308" name="Google Shape;308;p35"/>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09" name="Google Shape;309;p35"/>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310" name="Google Shape;310;p35"/>
          <p:cNvPicPr preferRelativeResize="0"/>
          <p:nvPr/>
        </p:nvPicPr>
        <p:blipFill>
          <a:blip r:embed="rId4">
            <a:alphaModFix/>
          </a:blip>
          <a:stretch>
            <a:fillRect/>
          </a:stretch>
        </p:blipFill>
        <p:spPr>
          <a:xfrm>
            <a:off x="2971482" y="1722674"/>
            <a:ext cx="6521303" cy="4611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07"/>
                                        </p:tgtEl>
                                        <p:attrNameLst>
                                          <p:attrName>style.visibility</p:attrName>
                                        </p:attrNameLst>
                                      </p:cBhvr>
                                      <p:to>
                                        <p:strVal val="visible"/>
                                      </p:to>
                                    </p:set>
                                    <p:anim calcmode="lin" valueType="num">
                                      <p:cBhvr additive="base">
                                        <p:cTn dur="500"/>
                                        <p:tgtEl>
                                          <p:spTgt spid="307"/>
                                        </p:tgtEl>
                                        <p:attrNameLst>
                                          <p:attrName>ppt_w</p:attrName>
                                        </p:attrNameLst>
                                      </p:cBhvr>
                                      <p:tavLst>
                                        <p:tav fmla="" tm="0">
                                          <p:val>
                                            <p:strVal val="0"/>
                                          </p:val>
                                        </p:tav>
                                        <p:tav fmla="" tm="100000">
                                          <p:val>
                                            <p:strVal val="#ppt_w"/>
                                          </p:val>
                                        </p:tav>
                                      </p:tavLst>
                                    </p:anim>
                                    <p:anim calcmode="lin" valueType="num">
                                      <p:cBhvr additive="base">
                                        <p:cTn dur="500"/>
                                        <p:tgtEl>
                                          <p:spTgt spid="30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1000"/>
                                        <p:tgtEl>
                                          <p:spTgt spid="3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1000"/>
                                        <p:tgtEl>
                                          <p:spTgt spid="3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6"/>
          <p:cNvSpPr txBox="1"/>
          <p:nvPr>
            <p:ph type="title"/>
          </p:nvPr>
        </p:nvSpPr>
        <p:spPr>
          <a:xfrm>
            <a:off x="426000" y="1815900"/>
            <a:ext cx="11340000" cy="81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rebuchet MS"/>
              <a:buNone/>
            </a:pPr>
            <a:r>
              <a:rPr b="1" lang="en-US" sz="4800">
                <a:solidFill>
                  <a:schemeClr val="dk1"/>
                </a:solidFill>
              </a:rPr>
              <a:t>Thank you</a:t>
            </a:r>
            <a:endParaRPr/>
          </a:p>
          <a:p>
            <a:pPr indent="0" lvl="0" marL="0" rtl="0" algn="l">
              <a:spcBef>
                <a:spcPts val="0"/>
              </a:spcBef>
              <a:spcAft>
                <a:spcPts val="0"/>
              </a:spcAft>
              <a:buClr>
                <a:schemeClr val="accent1"/>
              </a:buClr>
              <a:buSzPct val="100000"/>
              <a:buFont typeface="Trebuchet MS"/>
              <a:buNone/>
            </a:pPr>
            <a:r>
              <a:t/>
            </a:r>
            <a:endParaRPr b="1" sz="3000"/>
          </a:p>
        </p:txBody>
      </p:sp>
      <p:sp>
        <p:nvSpPr>
          <p:cNvPr id="316" name="Google Shape;316;p36"/>
          <p:cNvSpPr txBox="1"/>
          <p:nvPr/>
        </p:nvSpPr>
        <p:spPr>
          <a:xfrm>
            <a:off x="878337" y="4134780"/>
            <a:ext cx="2596574" cy="453919"/>
          </a:xfrm>
          <a:prstGeom prst="rect">
            <a:avLst/>
          </a:prstGeom>
          <a:noFill/>
          <a:ln>
            <a:noFill/>
          </a:ln>
        </p:spPr>
        <p:txBody>
          <a:bodyPr anchorCtr="0" anchor="t" bIns="45700" lIns="91425" spcFirstLastPara="1" rIns="91425" wrap="square" tIns="45700">
            <a:normAutofit lnSpcReduction="10000"/>
          </a:bodyPr>
          <a:lstStyle/>
          <a:p>
            <a:pPr indent="0" lvl="0" marL="0" marR="0" rtl="0" algn="ctr">
              <a:spcBef>
                <a:spcPts val="0"/>
              </a:spcBef>
              <a:spcAft>
                <a:spcPts val="0"/>
              </a:spcAft>
              <a:buClr>
                <a:schemeClr val="accent1"/>
              </a:buClr>
              <a:buSzPts val="1920"/>
              <a:buFont typeface="Noto Sans Symbols"/>
              <a:buNone/>
            </a:pPr>
            <a:r>
              <a:t/>
            </a:r>
            <a:endParaRPr b="1" sz="2400">
              <a:solidFill>
                <a:schemeClr val="accent4"/>
              </a:solidFill>
              <a:latin typeface="Trebuchet MS"/>
              <a:ea typeface="Trebuchet MS"/>
              <a:cs typeface="Trebuchet MS"/>
              <a:sym typeface="Trebuchet MS"/>
            </a:endParaRPr>
          </a:p>
        </p:txBody>
      </p:sp>
      <p:sp>
        <p:nvSpPr>
          <p:cNvPr id="317" name="Google Shape;317;p36"/>
          <p:cNvSpPr txBox="1"/>
          <p:nvPr/>
        </p:nvSpPr>
        <p:spPr>
          <a:xfrm>
            <a:off x="5353508" y="3962573"/>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sz="2200">
              <a:solidFill>
                <a:schemeClr val="accent4"/>
              </a:solidFill>
              <a:latin typeface="Trebuchet MS"/>
              <a:ea typeface="Trebuchet MS"/>
              <a:cs typeface="Trebuchet MS"/>
              <a:sym typeface="Trebuchet MS"/>
            </a:endParaRPr>
          </a:p>
        </p:txBody>
      </p:sp>
      <p:sp>
        <p:nvSpPr>
          <p:cNvPr id="318" name="Google Shape;318;p36"/>
          <p:cNvSpPr txBox="1"/>
          <p:nvPr/>
        </p:nvSpPr>
        <p:spPr>
          <a:xfrm>
            <a:off x="7789163" y="3962572"/>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sz="2200">
              <a:solidFill>
                <a:schemeClr val="accent4"/>
              </a:solidFill>
              <a:latin typeface="Trebuchet MS"/>
              <a:ea typeface="Trebuchet MS"/>
              <a:cs typeface="Trebuchet MS"/>
              <a:sym typeface="Trebuchet MS"/>
            </a:endParaRPr>
          </a:p>
        </p:txBody>
      </p:sp>
      <p:sp>
        <p:nvSpPr>
          <p:cNvPr id="319" name="Google Shape;319;p36"/>
          <p:cNvSpPr txBox="1"/>
          <p:nvPr/>
        </p:nvSpPr>
        <p:spPr>
          <a:xfrm>
            <a:off x="6096000"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t/>
            </a:r>
            <a:endParaRPr sz="1600">
              <a:solidFill>
                <a:schemeClr val="dk1"/>
              </a:solidFill>
              <a:latin typeface="Trebuchet MS"/>
              <a:ea typeface="Trebuchet MS"/>
              <a:cs typeface="Trebuchet MS"/>
              <a:sym typeface="Trebuchet MS"/>
            </a:endParaRPr>
          </a:p>
        </p:txBody>
      </p:sp>
      <p:pic>
        <p:nvPicPr>
          <p:cNvPr id="320" name="Google Shape;320;p36"/>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15"/>
                                        </p:tgtEl>
                                        <p:attrNameLst>
                                          <p:attrName>style.visibility</p:attrName>
                                        </p:attrNameLst>
                                      </p:cBhvr>
                                      <p:to>
                                        <p:strVal val="visible"/>
                                      </p:to>
                                    </p:set>
                                    <p:anim calcmode="lin" valueType="num">
                                      <p:cBhvr additive="base">
                                        <p:cTn dur="500"/>
                                        <p:tgtEl>
                                          <p:spTgt spid="315"/>
                                        </p:tgtEl>
                                        <p:attrNameLst>
                                          <p:attrName>ppt_w</p:attrName>
                                        </p:attrNameLst>
                                      </p:cBhvr>
                                      <p:tavLst>
                                        <p:tav fmla="" tm="0">
                                          <p:val>
                                            <p:strVal val="0"/>
                                          </p:val>
                                        </p:tav>
                                        <p:tav fmla="" tm="100000">
                                          <p:val>
                                            <p:strVal val="#ppt_w"/>
                                          </p:val>
                                        </p:tav>
                                      </p:tavLst>
                                    </p:anim>
                                    <p:anim calcmode="lin" valueType="num">
                                      <p:cBhvr additive="base">
                                        <p:cTn dur="500"/>
                                        <p:tgtEl>
                                          <p:spTgt spid="315"/>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500"/>
                                        <p:tgtEl>
                                          <p:spTgt spid="3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gtEl>
                                        <p:attrNameLst>
                                          <p:attrName>style.visibility</p:attrName>
                                        </p:attrNameLst>
                                      </p:cBhvr>
                                      <p:to>
                                        <p:strVal val="visible"/>
                                      </p:to>
                                    </p:set>
                                    <p:animEffect filter="fade" transition="in">
                                      <p:cBhvr>
                                        <p:cTn dur="500"/>
                                        <p:tgtEl>
                                          <p:spTgt spid="3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500"/>
                                        <p:tgtEl>
                                          <p:spTgt spid="3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500"/>
                                        <p:tgtEl>
                                          <p:spTgt spid="3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